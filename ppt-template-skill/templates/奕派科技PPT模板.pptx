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315" r:id="rId3"/>
    <p:sldId id="300" r:id="rId4"/>
    <p:sldId id="299" r:id="rId5"/>
    <p:sldId id="305" r:id="rId6"/>
    <p:sldId id="322" r:id="rId7"/>
  </p:sldIdLst>
  <p:sldSz cx="12192000" cy="6858000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41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EE5A8"/>
    <a:srgbClr val="FDD876"/>
    <a:srgbClr val="FABE00"/>
    <a:srgbClr val="23272B"/>
    <a:srgbClr val="00929D"/>
    <a:srgbClr val="70C6C4"/>
    <a:srgbClr val="FFCC8F"/>
    <a:srgbClr val="F7CE97"/>
    <a:srgbClr val="DCDDDD"/>
    <a:srgbClr val="008F9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119" autoAdjust="0"/>
    <p:restoredTop sz="94660" autoAdjust="0"/>
  </p:normalViewPr>
  <p:slideViewPr>
    <p:cSldViewPr snapToGrid="0" showGuides="1">
      <p:cViewPr varScale="1">
        <p:scale>
          <a:sx n="111" d="100"/>
          <a:sy n="111" d="100"/>
        </p:scale>
        <p:origin x="1112" y="200"/>
      </p:cViewPr>
      <p:guideLst>
        <p:guide orient="horz" pos="2141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5" d="100"/>
          <a:sy n="85" d="100"/>
        </p:scale>
        <p:origin x="3928" y="17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handoutMaster" Target="handoutMasters/handoutMaster1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61D3CD28-A404-C54A-A07E-63CF6FE9B26C}" type="datetimeFigureOut">
              <a:rPr lang="zh-CN" altLang="en-US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/>
            </a:lvl1pPr>
          </a:lstStyle>
          <a:p>
            <a:fld id="{47CBD8FB-0D5C-754D-9070-98292124EB21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72E487C1-43F7-D04A-8639-0AFE251AF260}" type="datetimeFigureOut">
              <a:rPr lang="zh-CN" altLang="en-US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/>
            </a:lvl1pPr>
          </a:lstStyle>
          <a:p>
            <a:fld id="{89436A80-0B72-2348-B1B7-B3F747005A28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2"/>
          <a:srcRect t="278" b="1"/>
          <a:stretch>
            <a:fillRect/>
          </a:stretch>
        </p:blipFill>
        <p:spPr>
          <a:xfrm>
            <a:off x="2548" y="0"/>
            <a:ext cx="12186903" cy="6858000"/>
          </a:xfrm>
          <a:prstGeom prst="rect">
            <a:avLst/>
          </a:prstGeom>
          <a:ln>
            <a:noFill/>
          </a:ln>
        </p:spPr>
      </p:pic>
      <p:sp>
        <p:nvSpPr>
          <p:cNvPr id="5" name="文本占位符 2"/>
          <p:cNvSpPr>
            <a:spLocks noGrp="1"/>
          </p:cNvSpPr>
          <p:nvPr>
            <p:ph type="body" sz="quarter" idx="12"/>
          </p:nvPr>
        </p:nvSpPr>
        <p:spPr>
          <a:xfrm>
            <a:off x="1701114" y="2710340"/>
            <a:ext cx="8789772" cy="875344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ctr">
              <a:buFontTx/>
              <a:buNone/>
              <a:defRPr lang="zh-CN" altLang="en-US" sz="3400" b="1" kern="1200" spc="500" baseline="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>
              <a:buNone/>
              <a:defRPr sz="3600" b="1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</a:lstStyle>
          <a:p>
            <a:pPr marL="0" lvl="0" indent="0" algn="ctr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Tx/>
              <a:buNone/>
            </a:pPr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文本占位符 2"/>
          <p:cNvSpPr>
            <a:spLocks noGrp="1"/>
          </p:cNvSpPr>
          <p:nvPr>
            <p:ph type="body" sz="quarter" idx="13"/>
          </p:nvPr>
        </p:nvSpPr>
        <p:spPr>
          <a:xfrm>
            <a:off x="3727620" y="4899303"/>
            <a:ext cx="4736756" cy="875341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lang="zh-CN" altLang="en-US" sz="1200" b="0" i="0" kern="1200" spc="300" dirty="0">
                <a:solidFill>
                  <a:schemeClr val="tx2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defRPr>
            </a:lvl1pPr>
            <a:lvl2pPr marL="457200" indent="0">
              <a:buNone/>
              <a:defRPr sz="2000" b="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</a:lstStyle>
          <a:p>
            <a:pPr marL="0" lvl="0" indent="0" algn="ctr" rtl="0" eaLnBrk="0" fontAlgn="base" hangingPunct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cxnSp>
        <p:nvCxnSpPr>
          <p:cNvPr id="7" name="直线连接符 6"/>
          <p:cNvCxnSpPr/>
          <p:nvPr userDrawn="1"/>
        </p:nvCxnSpPr>
        <p:spPr>
          <a:xfrm>
            <a:off x="5483998" y="3926689"/>
            <a:ext cx="122400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093970" y="786130"/>
            <a:ext cx="1831975" cy="43751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图片 2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cxnSp>
        <p:nvCxnSpPr>
          <p:cNvPr id="7" name="直线连接符 6"/>
          <p:cNvCxnSpPr/>
          <p:nvPr userDrawn="1"/>
        </p:nvCxnSpPr>
        <p:spPr>
          <a:xfrm>
            <a:off x="6176210" y="5836170"/>
            <a:ext cx="1206500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标题 3"/>
          <p:cNvSpPr>
            <a:spLocks noGrp="1"/>
          </p:cNvSpPr>
          <p:nvPr>
            <p:ph type="title" hasCustomPrompt="1"/>
          </p:nvPr>
        </p:nvSpPr>
        <p:spPr>
          <a:xfrm>
            <a:off x="6096000" y="1613768"/>
            <a:ext cx="4709611" cy="669016"/>
          </a:xfrm>
          <a:prstGeom prst="rect">
            <a:avLst/>
          </a:prstGeom>
        </p:spPr>
        <p:txBody>
          <a:bodyPr anchor="ctr"/>
          <a:lstStyle>
            <a:lvl1pPr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kumimoji="1" lang="zh-CN" altLang="en-US" dirty="0"/>
              <a:t>一、这是一个标题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sz="quarter" idx="18" hasCustomPrompt="1"/>
          </p:nvPr>
        </p:nvSpPr>
        <p:spPr>
          <a:xfrm>
            <a:off x="6096000" y="2639975"/>
            <a:ext cx="4709611" cy="67945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chemeClr val="accent1"/>
                </a:solidFill>
                <a:latin typeface="+mj-ea"/>
                <a:ea typeface="+mj-ea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kumimoji="1" lang="zh-CN" altLang="en-US" dirty="0"/>
              <a:t>二、这是一个标题</a:t>
            </a:r>
            <a:endParaRPr kumimoji="1" lang="zh-CN" altLang="en-US" dirty="0"/>
          </a:p>
        </p:txBody>
      </p:sp>
      <p:sp>
        <p:nvSpPr>
          <p:cNvPr id="17" name="文本占位符 15"/>
          <p:cNvSpPr>
            <a:spLocks noGrp="1"/>
          </p:cNvSpPr>
          <p:nvPr>
            <p:ph type="body" sz="quarter" idx="19" hasCustomPrompt="1"/>
          </p:nvPr>
        </p:nvSpPr>
        <p:spPr>
          <a:xfrm>
            <a:off x="6096000" y="3676616"/>
            <a:ext cx="4709611" cy="67945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chemeClr val="accent1"/>
                </a:solidFill>
                <a:latin typeface="+mj-ea"/>
                <a:ea typeface="+mj-ea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kumimoji="1" lang="zh-CN" altLang="en-US" dirty="0"/>
              <a:t>三、这是一个标题</a:t>
            </a:r>
            <a:endParaRPr kumimoji="1" lang="zh-CN" altLang="en-US" dirty="0"/>
          </a:p>
        </p:txBody>
      </p:sp>
      <p:sp>
        <p:nvSpPr>
          <p:cNvPr id="21" name="文本占位符 15"/>
          <p:cNvSpPr>
            <a:spLocks noGrp="1"/>
          </p:cNvSpPr>
          <p:nvPr>
            <p:ph type="body" sz="quarter" idx="20" hasCustomPrompt="1"/>
          </p:nvPr>
        </p:nvSpPr>
        <p:spPr>
          <a:xfrm>
            <a:off x="6096000" y="4713258"/>
            <a:ext cx="4709611" cy="67945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chemeClr val="accent1"/>
                </a:solidFill>
                <a:latin typeface="+mj-ea"/>
                <a:ea typeface="+mj-ea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kumimoji="1" lang="zh-CN" altLang="en-US" dirty="0"/>
              <a:t>四、这是一个标题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5031"/>
            <a:ext cx="12246432" cy="6883031"/>
          </a:xfrm>
          <a:prstGeom prst="rect">
            <a:avLst/>
          </a:prstGeom>
        </p:spPr>
      </p:pic>
      <p:cxnSp>
        <p:nvCxnSpPr>
          <p:cNvPr id="15" name="直线连接符 14"/>
          <p:cNvCxnSpPr/>
          <p:nvPr userDrawn="1"/>
        </p:nvCxnSpPr>
        <p:spPr>
          <a:xfrm>
            <a:off x="943107" y="4343398"/>
            <a:ext cx="1206500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标题 3"/>
          <p:cNvSpPr>
            <a:spLocks noGrp="1"/>
          </p:cNvSpPr>
          <p:nvPr>
            <p:ph type="title" hasCustomPrompt="1"/>
          </p:nvPr>
        </p:nvSpPr>
        <p:spPr>
          <a:xfrm>
            <a:off x="838200" y="3178153"/>
            <a:ext cx="6190397" cy="708047"/>
          </a:xfrm>
          <a:prstGeom prst="rect">
            <a:avLst/>
          </a:prstGeom>
        </p:spPr>
        <p:txBody>
          <a:bodyPr lIns="36000" tIns="36000" rIns="36000" bIns="36000" anchor="ctr"/>
          <a:lstStyle>
            <a:lvl1pPr>
              <a:defRPr sz="2400" b="0">
                <a:solidFill>
                  <a:schemeClr val="tx2"/>
                </a:solidFill>
              </a:defRPr>
            </a:lvl1pPr>
          </a:lstStyle>
          <a:p>
            <a:r>
              <a:rPr kumimoji="1" lang="zh-CN" altLang="en-US" dirty="0"/>
              <a:t>单击此处添加文本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/>
          <p:cNvPicPr>
            <a:picLocks noChangeAspect="1"/>
          </p:cNvPicPr>
          <p:nvPr userDrawn="1"/>
        </p:nvPicPr>
        <p:blipFill rotWithShape="1">
          <a:blip r:embed="rId2" cstate="hqprint"/>
          <a:srcRect l="-2" r="17690"/>
          <a:stretch>
            <a:fillRect/>
          </a:stretch>
        </p:blipFill>
        <p:spPr>
          <a:xfrm rot="5400000">
            <a:off x="5953760" y="635527"/>
            <a:ext cx="284477" cy="12192002"/>
          </a:xfrm>
          <a:prstGeom prst="rect">
            <a:avLst/>
          </a:prstGeom>
        </p:spPr>
      </p:pic>
      <p:cxnSp>
        <p:nvCxnSpPr>
          <p:cNvPr id="8" name="直线连接符 14"/>
          <p:cNvCxnSpPr/>
          <p:nvPr userDrawn="1"/>
        </p:nvCxnSpPr>
        <p:spPr>
          <a:xfrm>
            <a:off x="443370" y="693298"/>
            <a:ext cx="2577627" cy="0"/>
          </a:xfrm>
          <a:prstGeom prst="line">
            <a:avLst/>
          </a:prstGeom>
          <a:ln w="9525">
            <a:solidFill>
              <a:srgbClr val="00929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线连接符 15"/>
          <p:cNvCxnSpPr/>
          <p:nvPr userDrawn="1"/>
        </p:nvCxnSpPr>
        <p:spPr>
          <a:xfrm>
            <a:off x="3123385" y="693298"/>
            <a:ext cx="1440000" cy="0"/>
          </a:xfrm>
          <a:prstGeom prst="line">
            <a:avLst/>
          </a:prstGeom>
          <a:ln w="9525">
            <a:solidFill>
              <a:srgbClr val="F7CE9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线连接符 16"/>
          <p:cNvCxnSpPr/>
          <p:nvPr userDrawn="1"/>
        </p:nvCxnSpPr>
        <p:spPr>
          <a:xfrm>
            <a:off x="4574307" y="693298"/>
            <a:ext cx="7183801" cy="0"/>
          </a:xfrm>
          <a:prstGeom prst="line">
            <a:avLst/>
          </a:prstGeom>
          <a:ln w="9525">
            <a:solidFill>
              <a:srgbClr val="2327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灯片编号占位符 1"/>
          <p:cNvSpPr>
            <a:spLocks noGrp="1"/>
          </p:cNvSpPr>
          <p:nvPr>
            <p:ph type="sldNum" sz="quarter" idx="18"/>
          </p:nvPr>
        </p:nvSpPr>
        <p:spPr>
          <a:xfrm>
            <a:off x="11528752" y="6574934"/>
            <a:ext cx="516511" cy="223177"/>
          </a:xfrm>
          <a:prstGeom prst="rect">
            <a:avLst/>
          </a:prstGeom>
        </p:spPr>
        <p:txBody>
          <a:bodyPr wrap="square" numCol="1" anchor="ctr" anchorCtr="0" compatLnSpc="1"/>
          <a:lstStyle>
            <a:lvl1pPr algn="ctr">
              <a:defRPr sz="600" b="0" i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fld id="{9F851988-1733-A44B-9269-CB53F13FC16E}" type="slidenum">
              <a:rPr lang="zh-CN" altLang="en-US" smtClean="0"/>
            </a:fld>
            <a:endParaRPr lang="zh-CN" altLang="en-US"/>
          </a:p>
        </p:txBody>
      </p:sp>
      <p:sp>
        <p:nvSpPr>
          <p:cNvPr id="19" name="标题 2"/>
          <p:cNvSpPr>
            <a:spLocks noGrp="1"/>
          </p:cNvSpPr>
          <p:nvPr>
            <p:ph type="title" hasCustomPrompt="1"/>
          </p:nvPr>
        </p:nvSpPr>
        <p:spPr>
          <a:xfrm>
            <a:off x="359991" y="249336"/>
            <a:ext cx="10143033" cy="443962"/>
          </a:xfrm>
          <a:prstGeom prst="rect">
            <a:avLst/>
          </a:prstGeom>
        </p:spPr>
        <p:txBody>
          <a:bodyPr anchor="ctr"/>
          <a:lstStyle>
            <a:lvl1pPr>
              <a:defRPr sz="2000" b="1" i="0" spc="300">
                <a:solidFill>
                  <a:srgbClr val="23272B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kumimoji="1" lang="zh-CN" altLang="en-US" dirty="0"/>
              <a:t>单击此处输入标题</a:t>
            </a:r>
            <a:endParaRPr kumimoji="1" lang="zh-CN" altLang="en-US" dirty="0"/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163175" y="231775"/>
            <a:ext cx="1614170" cy="3860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尾页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548" y="0"/>
            <a:ext cx="12186903" cy="6858000"/>
          </a:xfrm>
          <a:prstGeom prst="rect">
            <a:avLst/>
          </a:prstGeom>
        </p:spPr>
      </p:pic>
      <p:sp>
        <p:nvSpPr>
          <p:cNvPr id="5" name="文本占位符 2"/>
          <p:cNvSpPr>
            <a:spLocks noGrp="1"/>
          </p:cNvSpPr>
          <p:nvPr>
            <p:ph type="body" sz="quarter" idx="12" hasCustomPrompt="1"/>
          </p:nvPr>
        </p:nvSpPr>
        <p:spPr>
          <a:xfrm>
            <a:off x="1714672" y="2803006"/>
            <a:ext cx="8789772" cy="875344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ctr">
              <a:buFontTx/>
              <a:buNone/>
              <a:defRPr sz="4000" b="0" spc="500" baseline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None/>
              <a:defRPr sz="3600" b="1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</a:lstStyle>
          <a:p>
            <a:pPr lvl="0"/>
            <a:r>
              <a:rPr lang="en-US" altLang="zh-CN" dirty="0"/>
              <a:t>THANKS!</a:t>
            </a:r>
            <a:endParaRPr lang="zh-CN" altLang="en-US" dirty="0"/>
          </a:p>
        </p:txBody>
      </p:sp>
      <p:cxnSp>
        <p:nvCxnSpPr>
          <p:cNvPr id="6" name="直线连接符 6"/>
          <p:cNvCxnSpPr/>
          <p:nvPr userDrawn="1"/>
        </p:nvCxnSpPr>
        <p:spPr>
          <a:xfrm>
            <a:off x="5659558" y="3702871"/>
            <a:ext cx="90000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712"/>
          <a:stretch>
            <a:fillRect/>
          </a:stretch>
        </p:blipFill>
        <p:spPr>
          <a:xfrm>
            <a:off x="5235792" y="5974914"/>
            <a:ext cx="1753732" cy="242887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 userDrawn="1"/>
        </p:nvGrpSpPr>
        <p:grpSpPr>
          <a:xfrm>
            <a:off x="-252663" y="0"/>
            <a:ext cx="168441" cy="6858000"/>
            <a:chOff x="-288759" y="0"/>
            <a:chExt cx="204537" cy="6412832"/>
          </a:xfrm>
        </p:grpSpPr>
        <p:sp>
          <p:nvSpPr>
            <p:cNvPr id="56" name="矩形 55"/>
            <p:cNvSpPr/>
            <p:nvPr userDrawn="1"/>
          </p:nvSpPr>
          <p:spPr>
            <a:xfrm>
              <a:off x="-288759" y="0"/>
              <a:ext cx="204537" cy="99585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600" b="0" i="0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57" name="矩形 56"/>
            <p:cNvSpPr/>
            <p:nvPr userDrawn="1"/>
          </p:nvSpPr>
          <p:spPr>
            <a:xfrm>
              <a:off x="-288759" y="1083396"/>
              <a:ext cx="204537" cy="995852"/>
            </a:xfrm>
            <a:prstGeom prst="rect">
              <a:avLst/>
            </a:prstGeom>
            <a:solidFill>
              <a:srgbClr val="232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600" b="0" i="0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58" name="矩形 57"/>
            <p:cNvSpPr/>
            <p:nvPr userDrawn="1"/>
          </p:nvSpPr>
          <p:spPr>
            <a:xfrm>
              <a:off x="-288759" y="2166792"/>
              <a:ext cx="204537" cy="995852"/>
            </a:xfrm>
            <a:prstGeom prst="rect">
              <a:avLst/>
            </a:prstGeom>
            <a:solidFill>
              <a:schemeClr val="bg1"/>
            </a:solidFill>
            <a:ln w="3175"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600" b="0" i="0" dirty="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59" name="矩形 58"/>
            <p:cNvSpPr/>
            <p:nvPr userDrawn="1"/>
          </p:nvSpPr>
          <p:spPr>
            <a:xfrm>
              <a:off x="-288759" y="5416980"/>
              <a:ext cx="204537" cy="995852"/>
            </a:xfrm>
            <a:prstGeom prst="rect">
              <a:avLst/>
            </a:prstGeom>
            <a:solidFill>
              <a:srgbClr val="DCDDDD"/>
            </a:solidFill>
            <a:ln w="3175"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600" b="0" i="0" dirty="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60" name="矩形 59"/>
            <p:cNvSpPr/>
            <p:nvPr userDrawn="1"/>
          </p:nvSpPr>
          <p:spPr>
            <a:xfrm>
              <a:off x="-288759" y="3250188"/>
              <a:ext cx="204537" cy="995852"/>
            </a:xfrm>
            <a:prstGeom prst="rect">
              <a:avLst/>
            </a:prstGeom>
            <a:solidFill>
              <a:srgbClr val="70C6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600" b="0" i="0" dirty="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61" name="矩形 60"/>
            <p:cNvSpPr/>
            <p:nvPr userDrawn="1"/>
          </p:nvSpPr>
          <p:spPr>
            <a:xfrm>
              <a:off x="-288759" y="4333584"/>
              <a:ext cx="204537" cy="995852"/>
            </a:xfrm>
            <a:prstGeom prst="rect">
              <a:avLst/>
            </a:prstGeom>
            <a:solidFill>
              <a:srgbClr val="FABE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600" b="0" i="0" dirty="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</p:grpSp>
      <p:grpSp>
        <p:nvGrpSpPr>
          <p:cNvPr id="32" name="组合 31"/>
          <p:cNvGrpSpPr/>
          <p:nvPr userDrawn="1"/>
        </p:nvGrpSpPr>
        <p:grpSpPr>
          <a:xfrm>
            <a:off x="12284241" y="0"/>
            <a:ext cx="168441" cy="6858000"/>
            <a:chOff x="-288759" y="0"/>
            <a:chExt cx="204537" cy="6412832"/>
          </a:xfrm>
        </p:grpSpPr>
        <p:sp>
          <p:nvSpPr>
            <p:cNvPr id="33" name="矩形 32"/>
            <p:cNvSpPr/>
            <p:nvPr userDrawn="1"/>
          </p:nvSpPr>
          <p:spPr>
            <a:xfrm>
              <a:off x="-288759" y="0"/>
              <a:ext cx="204537" cy="99585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600" b="0" i="0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34" name="矩形 33"/>
            <p:cNvSpPr/>
            <p:nvPr userDrawn="1"/>
          </p:nvSpPr>
          <p:spPr>
            <a:xfrm>
              <a:off x="-288759" y="1083396"/>
              <a:ext cx="204537" cy="995852"/>
            </a:xfrm>
            <a:prstGeom prst="rect">
              <a:avLst/>
            </a:prstGeom>
            <a:solidFill>
              <a:srgbClr val="232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600" b="0" i="0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35" name="矩形 34"/>
            <p:cNvSpPr/>
            <p:nvPr userDrawn="1"/>
          </p:nvSpPr>
          <p:spPr>
            <a:xfrm>
              <a:off x="-288759" y="2166792"/>
              <a:ext cx="204537" cy="995852"/>
            </a:xfrm>
            <a:prstGeom prst="rect">
              <a:avLst/>
            </a:prstGeom>
            <a:solidFill>
              <a:schemeClr val="bg1"/>
            </a:solidFill>
            <a:ln w="3175"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600" b="0" i="0" dirty="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36" name="矩形 35"/>
            <p:cNvSpPr/>
            <p:nvPr userDrawn="1"/>
          </p:nvSpPr>
          <p:spPr>
            <a:xfrm>
              <a:off x="-288759" y="5416980"/>
              <a:ext cx="204537" cy="995852"/>
            </a:xfrm>
            <a:prstGeom prst="rect">
              <a:avLst/>
            </a:prstGeom>
            <a:solidFill>
              <a:srgbClr val="DCDDDD"/>
            </a:solidFill>
            <a:ln w="3175"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600" b="0" i="0" dirty="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37" name="矩形 36"/>
            <p:cNvSpPr/>
            <p:nvPr userDrawn="1"/>
          </p:nvSpPr>
          <p:spPr>
            <a:xfrm>
              <a:off x="-288759" y="3250188"/>
              <a:ext cx="204537" cy="995852"/>
            </a:xfrm>
            <a:prstGeom prst="rect">
              <a:avLst/>
            </a:prstGeom>
            <a:solidFill>
              <a:srgbClr val="70C6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600" b="0" i="0" dirty="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38" name="矩形 37"/>
            <p:cNvSpPr/>
            <p:nvPr userDrawn="1"/>
          </p:nvSpPr>
          <p:spPr>
            <a:xfrm>
              <a:off x="-288759" y="4333584"/>
              <a:ext cx="204537" cy="995852"/>
            </a:xfrm>
            <a:prstGeom prst="rect">
              <a:avLst/>
            </a:prstGeom>
            <a:solidFill>
              <a:srgbClr val="FABE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600" b="0" i="0" dirty="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hd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18" name="直线连接符 6"/>
          <p:cNvCxnSpPr/>
          <p:nvPr userDrawn="1"/>
        </p:nvCxnSpPr>
        <p:spPr>
          <a:xfrm>
            <a:off x="5483998" y="3926689"/>
            <a:ext cx="122400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p>
            <a:pPr marL="0" indent="0" algn="ctr">
              <a:buFont typeface="Arial" panose="020B0604020202020204" pitchFamily="34" charset="0"/>
              <a:buNone/>
            </a:pPr>
            <a:r>
              <a:rPr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汇报部门：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XXXX</a:t>
            </a:r>
            <a:r>
              <a:rPr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部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ctr">
              <a:buFont typeface="Arial" panose="020B0604020202020204" pitchFamily="34" charset="0"/>
              <a:buNone/>
            </a:pPr>
            <a:r>
              <a:rPr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汇报时间：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202X</a:t>
            </a:r>
            <a:r>
              <a:rPr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年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XX</a:t>
            </a:r>
            <a:r>
              <a:rPr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月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XX</a:t>
            </a:r>
            <a:r>
              <a:rPr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日</a:t>
            </a:r>
            <a:endParaRPr lang="zh-CN" altLang="en-US"/>
          </a:p>
        </p:txBody>
      </p:sp>
      <p:pic>
        <p:nvPicPr>
          <p:cNvPr id="19" name="图片 18"/>
          <p:cNvPicPr>
            <a:picLocks noChangeAspect="1"/>
          </p:cNvPicPr>
          <p:nvPr userDrawn="1"/>
        </p:nvPicPr>
        <p:blipFill>
          <a:blip r:embed="rId1"/>
          <a:stretch>
            <a:fillRect/>
          </a:stretch>
        </p:blipFill>
        <p:spPr>
          <a:xfrm>
            <a:off x="5093970" y="786130"/>
            <a:ext cx="1831975" cy="437515"/>
          </a:xfrm>
          <a:prstGeom prst="rect">
            <a:avLst/>
          </a:prstGeom>
        </p:spPr>
      </p:pic>
      <p:sp>
        <p:nvSpPr>
          <p:cNvPr id="23" name="文本占位符 22"/>
          <p:cNvSpPr>
            <a:spLocks noGrp="1"/>
          </p:cNvSpPr>
          <p:nvPr>
            <p:ph type="body" sz="quarter" idx="12"/>
          </p:nvPr>
        </p:nvSpPr>
        <p:spPr/>
        <p:txBody>
          <a:bodyPr/>
          <a:p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XXX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汇报方案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文本占位符 2"/>
          <p:cNvSpPr>
            <a:spLocks noGrp="1"/>
          </p:cNvSpPr>
          <p:nvPr/>
        </p:nvSpPr>
        <p:spPr>
          <a:xfrm>
            <a:off x="3727620" y="4899303"/>
            <a:ext cx="4736756" cy="875341"/>
          </a:xfrm>
          <a:prstGeom prst="rect">
            <a:avLst/>
          </a:prstGeom>
        </p:spPr>
        <p:txBody>
          <a:bodyPr anchor="ctr"/>
          <a:lstStyle>
            <a:lvl1pPr marL="0" indent="0" algn="ctr" rtl="0" eaLnBrk="0" fontAlgn="base" hangingPunct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200" b="0" i="0" kern="1200" spc="300" dirty="0">
                <a:solidFill>
                  <a:schemeClr val="tx2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defRPr>
            </a:lvl1pPr>
            <a:lvl2pPr marL="457200" indent="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2000" b="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一、这是一个标题</a:t>
            </a:r>
            <a:endParaRPr kumimoji="1"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kumimoji="1" lang="zh-CN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二、这是一个标题</a:t>
            </a:r>
            <a:endParaRPr kumimoji="1" lang="zh-CN" alt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kumimoji="1" lang="zh-CN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三、这是一个标题</a:t>
            </a:r>
            <a:endParaRPr kumimoji="1" lang="zh-CN" alt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kumimoji="1" lang="zh-CN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四、这是一个标题</a:t>
            </a:r>
            <a:endParaRPr kumimoji="1" lang="zh-CN" alt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这是一个标题</a:t>
            </a:r>
            <a:endParaRPr kumimoji="1" lang="zh-CN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8"/>
          </p:nvPr>
        </p:nvSpPr>
        <p:spPr>
          <a:prstGeom prst="rect">
            <a:avLst/>
          </a:prstGeom>
        </p:spPr>
        <p:txBody>
          <a:bodyPr/>
          <a:lstStyle/>
          <a:p>
            <a:fld id="{9F851988-1733-A44B-9269-CB53F13FC16E}" type="slidenum">
              <a:rPr lang="zh-CN" altLang="en-US" smtClean="0"/>
            </a:fld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2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内容页">
  <a:themeElements>
    <a:clrScheme name="自定义 3">
      <a:dk1>
        <a:srgbClr val="000000"/>
      </a:dk1>
      <a:lt1>
        <a:srgbClr val="FFFFFF"/>
      </a:lt1>
      <a:dk2>
        <a:srgbClr val="23272B"/>
      </a:dk2>
      <a:lt2>
        <a:srgbClr val="E7E6E6"/>
      </a:lt2>
      <a:accent1>
        <a:srgbClr val="00999B"/>
      </a:accent1>
      <a:accent2>
        <a:srgbClr val="24272B"/>
      </a:accent2>
      <a:accent3>
        <a:srgbClr val="6BDAD5"/>
      </a:accent3>
      <a:accent4>
        <a:srgbClr val="DCDDDD"/>
      </a:accent4>
      <a:accent5>
        <a:srgbClr val="FCD199"/>
      </a:accent5>
      <a:accent6>
        <a:srgbClr val="FFFFFF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72</Words>
  <Application>WPS 演示</Application>
  <PresentationFormat>宽屏</PresentationFormat>
  <Paragraphs>17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6" baseType="lpstr">
      <vt:lpstr>Arial</vt:lpstr>
      <vt:lpstr>宋体</vt:lpstr>
      <vt:lpstr>Wingdings</vt:lpstr>
      <vt:lpstr>Calibri</vt:lpstr>
      <vt:lpstr>微软雅黑 Light</vt:lpstr>
      <vt:lpstr>Calibri Light</vt:lpstr>
      <vt:lpstr>微软雅黑</vt:lpstr>
      <vt:lpstr>Arial Unicode MS</vt:lpstr>
      <vt:lpstr>Arial Black</vt:lpstr>
      <vt:lpstr>黑体</vt:lpstr>
      <vt:lpstr>内容页</vt:lpstr>
      <vt:lpstr>PowerPoint 演示文稿</vt:lpstr>
      <vt:lpstr>一、这是一个标题</vt:lpstr>
      <vt:lpstr>这是一个标题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adk</dc:creator>
  <cp:lastModifiedBy>WPS_562553944</cp:lastModifiedBy>
  <cp:revision>110</cp:revision>
  <dcterms:created xsi:type="dcterms:W3CDTF">2025-08-27T04:24:00Z</dcterms:created>
  <dcterms:modified xsi:type="dcterms:W3CDTF">2026-04-30T08:30:04Z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9C7E1F5A07774C72BB60B01A1C7A70C7_13</vt:lpwstr>
  </property>
  <property fmtid="{D5CDD505-2E9C-101B-9397-08002B2CF9AE}" pid="3" name="KSOProductBuildVer">
    <vt:lpwstr>2052-12.1.0.25865</vt:lpwstr>
  </property>
</Properties>
</file>