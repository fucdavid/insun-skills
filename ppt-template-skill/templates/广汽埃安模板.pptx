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7"/>
  </p:notesMasterIdLst>
  <p:handoutMasterIdLst>
    <p:handoutMasterId r:id="rId8"/>
  </p:handoutMasterIdLst>
  <p:sldIdLst>
    <p:sldId id="293" r:id="rId4"/>
    <p:sldId id="381" r:id="rId5"/>
    <p:sldId id="396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2" userDrawn="1">
          <p15:clr>
            <a:srgbClr val="A4A3A4"/>
          </p15:clr>
        </p15:guide>
        <p15:guide id="2" pos="374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51" name="zhujl" initials="z" lastIdx="0" clrIdx="150"/>
  <p:cmAuthor id="1" name="驰鹤 曾" initials="驰鹤" lastIdx="0" clrIdx="0"/>
  <p:cmAuthor id="152" name="xiong" initials="x" lastIdx="0" clrIdx="151"/>
  <p:cmAuthor id="2" name="Administrator" initials="A" lastIdx="0" clrIdx="1"/>
  <p:cmAuthor id="153" name="MI" initials="M" lastIdx="0" clrIdx="152"/>
  <p:cmAuthor id="3" name="作者" initials="A" lastIdx="0" clrIdx="2"/>
  <p:cmAuthor id="154" name="Sandra" initials="S" lastIdx="0" clrIdx="153"/>
  <p:cmAuthor id="4" name="8173198@qq.com" initials="8" lastIdx="0" clrIdx="3"/>
  <p:cmAuthor id="155" name="lucstep_BJriF3YZ" initials="authorId_759968767" lastIdx="0" clrIdx="154"/>
  <p:cmAuthor id="5" name="黎阿栗" initials="黎" lastIdx="0" clrIdx="4"/>
  <p:cmAuthor id="156" name="陈蕾" initials="陈" lastIdx="0" clrIdx="155"/>
  <p:cmAuthor id="6" name="zhangfa chen" initials="zc" lastIdx="0" clrIdx="5"/>
  <p:cmAuthor id="157" name="China" initials="C" lastIdx="0" clrIdx="156"/>
  <p:cmAuthor id="7" name="W Jennifer" initials="WJ" lastIdx="0" clrIdx="6"/>
  <p:cmAuthor id="158" name="陈爱民" initials="陈爱民" lastIdx="0" clrIdx="157"/>
  <p:cmAuthor id="8" name="劳颖雯" initials="劳" lastIdx="0" clrIdx="7"/>
  <p:cmAuthor id="159" name="Bonan Qi" initials="B" lastIdx="0" clrIdx="158"/>
  <p:cmAuthor id="9" name="艾德" initials="E" lastIdx="0" clrIdx="8"/>
  <p:cmAuthor id="160" name="yaoxiaojun" initials="y" lastIdx="0" clrIdx="159"/>
  <p:cmAuthor id="10" name="王 硕" initials="王" lastIdx="0" clrIdx="9"/>
  <p:cmAuthor id="161" name="wangcz2" initials="w" lastIdx="0" clrIdx="160"/>
  <p:cmAuthor id="11" name="shanshan li" initials="sl" lastIdx="0" clrIdx="10"/>
  <p:cmAuthor id="162" name="tianan" initials="t" lastIdx="0" clrIdx="161"/>
  <p:cmAuthor id="12" name="hp" initials="h" lastIdx="0" clrIdx="11"/>
  <p:cmAuthor id="163" name="Microsoft" initials="M" lastIdx="0" clrIdx="162"/>
  <p:cmAuthor id="13" name="EDY" initials="E" lastIdx="0" clrIdx="12"/>
  <p:cmAuthor id="164" name="8613488890943" initials="8" lastIdx="0" clrIdx="163"/>
  <p:cmAuthor id="14" name="袁 凌波" initials="袁" lastIdx="0" clrIdx="13"/>
  <p:cmAuthor id="165" name="PPTer_Tang" initials="z" lastIdx="0" clrIdx="164"/>
  <p:cmAuthor id="15" name="," initials="," lastIdx="0" clrIdx="14"/>
  <p:cmAuthor id="166" name="blair" initials="b" lastIdx="0" clrIdx="165"/>
  <p:cmAuthor id="16" name="HP" initials="H" lastIdx="0" clrIdx="15"/>
  <p:cmAuthor id="167" name="na na" initials="nn" lastIdx="0" clrIdx="166"/>
  <p:cmAuthor id="17" name="Lenovo" initials="L" lastIdx="0" clrIdx="16"/>
  <p:cmAuthor id="168" name="747593732@qq.com" initials="7" lastIdx="0" clrIdx="167"/>
  <p:cmAuthor id="18" name="邹 云鑫" initials="邹" lastIdx="0" clrIdx="17"/>
  <p:cmAuthor id="169" name="l s" initials="ls" lastIdx="0" clrIdx="168"/>
  <p:cmAuthor id="19" name="cake." initials="c" lastIdx="0" clrIdx="18"/>
  <p:cmAuthor id="170" name="Wang, Keyan (SH/DA)" initials="WK(" lastIdx="0" clrIdx="169"/>
  <p:cmAuthor id="20" name="Zhaozheng Yuan" initials="ZY" lastIdx="0" clrIdx="19"/>
  <p:cmAuthor id="171" name="Li, Rigaud (SH/DA)" initials="LR(" lastIdx="0" clrIdx="170"/>
  <p:cmAuthor id="21" name="爽爽" initials="爽" lastIdx="0" clrIdx="20"/>
  <p:cmAuthor id="172" name="Huang, Sonia M.S. (GZ/DA)" initials="HSM(" lastIdx="0" clrIdx="171"/>
  <p:cmAuthor id="22" name="巧乐兹" initials="巧" lastIdx="0" clrIdx="21"/>
  <p:cmAuthor id="173" name="Mia Vida Villanueva" initials="MVV" lastIdx="0" clrIdx="172"/>
  <p:cmAuthor id="23" name="胡 安玲" initials="胡" lastIdx="0" clrIdx="22"/>
  <p:cmAuthor id="174" name="qiao xinyu" initials="qx" lastIdx="0" clrIdx="173"/>
  <p:cmAuthor id="24" name="盛纵运营小组" initials="" lastIdx="0" clrIdx="23"/>
  <p:cmAuthor id="175" name="80501" initials="8" lastIdx="0" clrIdx="174"/>
  <p:cmAuthor id="25" name="lei.huang（黄磊720357）" initials="A" lastIdx="0" clrIdx="24"/>
  <p:cmAuthor id="176" name="宋洁然" initials="宋" lastIdx="0" clrIdx="175"/>
  <p:cmAuthor id="26" name="liyan.guo(郭莉彦480357)" initials="l" lastIdx="0" clrIdx="25"/>
  <p:cmAuthor id="177" name="ming qiu" initials="m" lastIdx="0" clrIdx="176"/>
  <p:cmAuthor id="27" name="未知用户6" initials="未" lastIdx="0" clrIdx="26"/>
  <p:cmAuthor id="178" name="李杭辉" initials="李杭辉" lastIdx="0" clrIdx="177"/>
  <p:cmAuthor id="28" name="未知用户7" initials="未" lastIdx="0" clrIdx="27"/>
  <p:cmAuthor id="179" name="瑶琴 何" initials="瑶何" lastIdx="0" clrIdx="178"/>
  <p:cmAuthor id="29" name="未知用户8" initials="未" lastIdx="0" clrIdx="28"/>
  <p:cmAuthor id="180" name="fei lv" initials="fl" lastIdx="0" clrIdx="179"/>
  <p:cmAuthor id="30" name=" 小脚丫儿冰冰凉" initials=" " lastIdx="0" clrIdx="29"/>
  <p:cmAuthor id="181" name="zhaozey" initials="z" lastIdx="0" clrIdx="180"/>
  <p:cmAuthor id="31" name="C2" initials="C" lastIdx="0" clrIdx="30"/>
  <p:cmAuthor id="182" name="ASUS" initials="A" lastIdx="0" clrIdx="181"/>
  <p:cmAuthor id="32" name="jie.he(何洁72798)" initials="j" lastIdx="0" clrIdx="31"/>
  <p:cmAuthor id="33" name="visconti ." initials="v." lastIdx="0" clrIdx="32"/>
  <p:cmAuthor id="34" name="谭 光华" initials="谭" lastIdx="0" clrIdx="33"/>
  <p:cmAuthor id="35" name="未知用户5" initials="未" lastIdx="0" clrIdx="34"/>
  <p:cmAuthor id="36" name="惠 志行" initials="惠" lastIdx="0" clrIdx="35"/>
  <p:cmAuthor id="37" name="未知用户20" initials="未" lastIdx="0" clrIdx="36"/>
  <p:cmAuthor id="38" name="未知用户2" initials="未" lastIdx="0" clrIdx="37"/>
  <p:cmAuthor id="39" name="未知用户21" initials="未" lastIdx="0" clrIdx="38"/>
  <p:cmAuthor id="40" name="赵晴" initials="赵晴" lastIdx="0" clrIdx="39"/>
  <p:cmAuthor id="41" name="未知用户22" initials="未" lastIdx="0" clrIdx="40"/>
  <p:cmAuthor id="42" name="陈丰" initials="陈" lastIdx="0" clrIdx="41"/>
  <p:cmAuthor id="43" name="未知用户23" initials="未" lastIdx="0" clrIdx="42"/>
  <p:cmAuthor id="44" name="王芳" initials="王芳" lastIdx="0" clrIdx="43"/>
  <p:cmAuthor id="45" name="未知用户24" initials="未" lastIdx="0" clrIdx="44"/>
  <p:cmAuthor id="46" name="朱宏杰" initials="朱" lastIdx="0" clrIdx="45"/>
  <p:cmAuthor id="47" name="未知用户25" initials="未" lastIdx="0" clrIdx="46"/>
  <p:cmAuthor id="48" name="Rara LUO" initials="RL" lastIdx="0" clrIdx="47"/>
  <p:cmAuthor id="49" name="未知用户26" initials="未" lastIdx="0" clrIdx="48"/>
  <p:cmAuthor id="50" name="张有旺" initials="张" lastIdx="0" clrIdx="49"/>
  <p:cmAuthor id="51" name="未知用户27" initials="未" lastIdx="0" clrIdx="50"/>
  <p:cmAuthor id="52" name="王一" initials="王" lastIdx="0" clrIdx="51"/>
  <p:cmAuthor id="53" name="未知用户28" initials="未" lastIdx="0" clrIdx="52"/>
  <p:cmAuthor id="54" name="miemie" initials="m" lastIdx="0" clrIdx="53"/>
  <p:cmAuthor id="55" name="未知用户29" initials="未" lastIdx="0" clrIdx="54"/>
  <p:cmAuthor id="56" name="gaohj" initials="g" lastIdx="0" clrIdx="55"/>
  <p:cmAuthor id="57" name="未知用户30" initials="未" lastIdx="0" clrIdx="56"/>
  <p:cmAuthor id="58" name="未知用户14" initials="未" lastIdx="0" clrIdx="57"/>
  <p:cmAuthor id="59" name="未知用户31" initials="未" lastIdx="0" clrIdx="58"/>
  <p:cmAuthor id="60" name="Ryan mR" initials="R" lastIdx="0" clrIdx="59"/>
  <p:cmAuthor id="61" name="未知用户32" initials="未" lastIdx="0" clrIdx="60"/>
  <p:cmAuthor id="62" name="20081229" initials="2" lastIdx="0" clrIdx="61"/>
  <p:cmAuthor id="63" name="未知用户1" initials="未" lastIdx="0" clrIdx="62"/>
  <p:cmAuthor id="64" name="戴 巍" initials="戴" lastIdx="0" clrIdx="63"/>
  <p:cmAuthor id="65" name="He, Jun" initials="H" lastIdx="0" clrIdx="64"/>
  <p:cmAuthor id="66" name="unknown" initials="u" lastIdx="0" clrIdx="65"/>
  <p:cmAuthor id="67" name="张 兆文" initials="张" lastIdx="0" clrIdx="66"/>
  <p:cmAuthor id="68" name="Alex Leung" initials="A" lastIdx="0" clrIdx="67"/>
  <p:cmAuthor id="69" name="20132101" initials="2" lastIdx="0" clrIdx="68"/>
  <p:cmAuthor id="70" name="Deanna Schuler (Bookey Consulting)" initials="D" lastIdx="0" clrIdx="69"/>
  <p:cmAuthor id="71" name="20082280" initials="2" lastIdx="0" clrIdx="70"/>
  <p:cmAuthor id="72" name="24226" initials="2" lastIdx="0" clrIdx="71"/>
  <p:cmAuthor id="73" name="叶楠" initials="叶" lastIdx="0" clrIdx="72"/>
  <p:cmAuthor id="74" name="Wenwen" initials="W" lastIdx="0" clrIdx="73"/>
  <p:cmAuthor id="75" name="qiwenchen@augastar.com" initials="q" lastIdx="0" clrIdx="74"/>
  <p:cmAuthor id="76" name="徐国胜" initials="徐" lastIdx="0" clrIdx="75"/>
  <p:cmAuthor id="77" name="胡钊" initials="胡钊" lastIdx="0" clrIdx="76"/>
  <p:cmAuthor id="78" name="20071125" initials="2" lastIdx="0" clrIdx="77"/>
  <p:cmAuthor id="79" name="徐徐的贴心小朱丽" initials="徐" lastIdx="0" clrIdx="78"/>
  <p:cmAuthor id="80" name="JonMMx 2000" initials="J" lastIdx="0" clrIdx="79"/>
  <p:cmAuthor id="81" name="Marvin" initials="marv" lastIdx="0" clrIdx="80"/>
  <p:cmAuthor id="82" name="Paula White (Silver Fox)" initials="P" lastIdx="0" clrIdx="81"/>
  <p:cmAuthor id="83" name="ALEX LEUNG" initials="A" lastIdx="0" clrIdx="82"/>
  <p:cmAuthor id="84" name="Albert Yuan" initials="A" lastIdx="0" clrIdx="83"/>
  <p:cmAuthor id="85" name="SZAB" initials="S" lastIdx="0" clrIdx="84"/>
  <p:cmAuthor id="86" name="huangjiy" initials="h" lastIdx="0" clrIdx="85"/>
  <p:cmAuthor id="87" name="Outi Saarela" initials="O" lastIdx="0" clrIdx="86"/>
  <p:cmAuthor id="88" name="郑康生 Kangsheng Zheng (营销公司 Marketing)" initials="郑康生" lastIdx="0" clrIdx="87"/>
  <p:cmAuthor id="89" name="Catalano, Alec" initials="C" lastIdx="0" clrIdx="88"/>
  <p:cmAuthor id="90" name="程亚东 Yadong Cheng （营销公司）" initials="程亚东" lastIdx="0" clrIdx="89"/>
  <p:cmAuthor id="91" name="艾莎" initials="艾莎" lastIdx="0" clrIdx="90"/>
  <p:cmAuthor id="92" name="韩珊珊" initials="y" lastIdx="0" clrIdx="91"/>
  <p:cmAuthor id="93" name="刘贤松" initials="刘" lastIdx="0" clrIdx="92"/>
  <p:cmAuthor id="94" name="任帅" initials="任帅" lastIdx="0" clrIdx="93"/>
  <p:cmAuthor id="95" name="周姝君" initials="周" lastIdx="0" clrIdx="94"/>
  <p:cmAuthor id="96" name="牛 涛" initials="牛" lastIdx="0" clrIdx="95"/>
  <p:cmAuthor id="97" name="Zeko LIU" initials="Z" lastIdx="0" clrIdx="96"/>
  <p:cmAuthor id="98" name="Microsoft 帐户" initials="M" lastIdx="0" clrIdx="97"/>
  <p:cmAuthor id="99" name="dino paolone" initials="d" lastIdx="0" clrIdx="98"/>
  <p:cmAuthor id="100" name="张方举" initials="张" lastIdx="0" clrIdx="99"/>
  <p:cmAuthor id="101" name="11839" initials="1" lastIdx="0" clrIdx="100"/>
  <p:cmAuthor id="102" name="高超-商业广告_jiY3Nj67" initials="authorId_1321535332" lastIdx="0" clrIdx="101"/>
  <p:cmAuthor id="103" name="尹琦-商业广告_QvumFjU3" initials="authorId_1322709835" lastIdx="0" clrIdx="102"/>
  <p:cmAuthor id="104" name="杨结论_R3YnbmEr" initials="authorId_413957961" lastIdx="0" clrIdx="103"/>
  <p:cmAuthor id="105" name="mon" initials="m" lastIdx="0" clrIdx="104"/>
  <p:cmAuthor id="106" name="JKEN WU" initials="JW" lastIdx="0" clrIdx="105"/>
  <p:cmAuthor id="107" name="chenshilun" initials="c" lastIdx="0" clrIdx="106"/>
  <p:cmAuthor id="108" name="Hi_ Young" initials="H" lastIdx="0" clrIdx="107"/>
  <p:cmAuthor id="109" name="zhenwb" initials="z" lastIdx="0" clrIdx="108"/>
  <p:cmAuthor id="110" name="Chai Kexin" initials="CK" lastIdx="0" clrIdx="109"/>
  <p:cmAuthor id="111" name="Jordi" initials="J" lastIdx="0" clrIdx="110"/>
  <p:cmAuthor id="112" name="Zhang, Chuanqi" initials="Z" lastIdx="0" clrIdx="111"/>
  <p:cmAuthor id="113" name="Ryan Feng" initials="R" lastIdx="0" clrIdx="112"/>
  <p:cmAuthor id="114" name="이정우/연구위원/의장설계팀(lgleejwoo.lee@lge.com)" initials="이" lastIdx="0" clrIdx="113"/>
  <p:cmAuthor id="115" name="光启" initials="光" lastIdx="0" clrIdx="114"/>
  <p:cmAuthor id="116" name="微软用户" initials="微" lastIdx="0" clrIdx="115"/>
  <p:cmAuthor id="117" name="李欣欣" initials="李" lastIdx="0" clrIdx="116"/>
  <p:cmAuthor id="118" name="朱莹莹" initials="朱" lastIdx="0" clrIdx="117"/>
  <p:cmAuthor id="119" name="未知用户15" initials="未" lastIdx="0" clrIdx="118"/>
  <p:cmAuthor id="120" name="未知用户16" initials="未" lastIdx="0" clrIdx="119"/>
  <p:cmAuthor id="121" name="未知用户17" initials="未" lastIdx="0" clrIdx="120"/>
  <p:cmAuthor id="122" name="未知用户18" initials="未" lastIdx="0" clrIdx="121"/>
  <p:cmAuthor id="123" name="未知用户19" initials="未" lastIdx="0" clrIdx="122"/>
  <p:cmAuthor id="124" name="wang lei" initials="w" lastIdx="0" clrIdx="123"/>
  <p:cmAuthor id="125" name="李 隆金" initials="李" lastIdx="0" clrIdx="124"/>
  <p:cmAuthor id="126" name="李泽龙" initials="李泽龙" lastIdx="0" clrIdx="125"/>
  <p:cmAuthor id="127" name="谭景宇" initials="谭景宇" lastIdx="0" clrIdx="126"/>
  <p:cmAuthor id="128" name="1" initials="1" lastIdx="0" clrIdx="127"/>
  <p:cmAuthor id="129" name="林家声" initials="林家声" lastIdx="0" clrIdx="128"/>
  <p:cmAuthor id="130" name="杨源" initials="杨源" lastIdx="0" clrIdx="129"/>
  <p:cmAuthor id="131" name="1206988966@qq.com" initials="1" lastIdx="0" clrIdx="130"/>
  <p:cmAuthor id="132" name="姜伟光" initials="姜" lastIdx="0" clrIdx="131"/>
  <p:cmAuthor id="133" name="makey_y6Z3zaeM" initials="authorId_327222834" lastIdx="0" clrIdx="132"/>
  <p:cmAuthor id="134" name="w" initials="w" lastIdx="0" clrIdx="133"/>
  <p:cmAuthor id="135" name="viola_yang" initials="v" lastIdx="0" clrIdx="134"/>
  <p:cmAuthor id="136" name="陈 橙橙" initials="陈" lastIdx="0" clrIdx="135"/>
  <p:cmAuthor id="137" name="Ansel Liu 刘晖" initials="Microsof [29]" lastIdx="0" clrIdx="136"/>
  <p:cmAuthor id="138" name="FrogPrince1121" initials="F" lastIdx="0" clrIdx="137"/>
  <p:cmAuthor id="139" name="jiansheng li" initials="j" lastIdx="0" clrIdx="138"/>
  <p:cmAuthor id="140" name="李增增" initials="李" lastIdx="0" clrIdx="139"/>
  <p:cmAuthor id="141" name="刘风香" initials="刘" lastIdx="0" clrIdx="140"/>
  <p:cmAuthor id="142" name="video" initials="v" lastIdx="0" clrIdx="141"/>
  <p:cmAuthor id="143" name="朱雪松" initials="朱" lastIdx="0" clrIdx="142"/>
  <p:cmAuthor id="144" name="郭禹希" initials="郭" lastIdx="0" clrIdx="143"/>
  <p:cmAuthor id="145" name="YZB" initials="Y" lastIdx="0" clrIdx="144"/>
  <p:cmAuthor id="146" name="yiwei zhu" initials="y" lastIdx="0" clrIdx="145"/>
  <p:cmAuthor id="147" name="吕震" initials="吕" lastIdx="0" clrIdx="146"/>
  <p:cmAuthor id="148" name="吴岩" initials="吴" lastIdx="0" clrIdx="147"/>
  <p:cmAuthor id="149" name="高浩杰" initials="高" lastIdx="0" clrIdx="148"/>
  <p:cmAuthor id="150" name="宋昆" initials="宋" lastIdx="0" clrIdx="14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3CCCC"/>
    <a:srgbClr val="C9F1F3"/>
    <a:srgbClr val="2DCAD1"/>
    <a:srgbClr val="F0F0F0"/>
    <a:srgbClr val="E6E6E6"/>
    <a:srgbClr val="DCDCDC"/>
    <a:srgbClr val="5B9BD5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692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274" y="72"/>
      </p:cViewPr>
      <p:guideLst>
        <p:guide orient="horz" pos="2302"/>
        <p:guide pos="374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>
                <a:solidFill>
                  <a:prstClr val="black">
                    <a:tint val="75000"/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>
  <p:cSld name="1_标题和内容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B962C8B-B14F-4D97-AF65-F5344CB8AC3E}" type="datetime1">
              <a:rPr lang="zh-CN" altLang="en-US">
                <a:solidFill>
                  <a:srgbClr val="D9D9D6"/>
                </a:solidFill>
              </a:rPr>
            </a:fld>
            <a:endParaRPr>
              <a:solidFill>
                <a:srgbClr val="D9D9D6"/>
              </a:solidFill>
            </a:endParaRPr>
          </a:p>
        </p:txBody>
      </p:sp>
      <p:sp>
        <p:nvSpPr>
          <p:cNvPr id="60" name="Google Shape;6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D9D9D6"/>
              </a:solidFill>
            </a:endParaRPr>
          </a:p>
        </p:txBody>
      </p:sp>
      <p:sp>
        <p:nvSpPr>
          <p:cNvPr id="61" name="Google Shape;6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CN"/>
            </a:fld>
            <a:endParaRPr lang="zh-CN" altLang="en-US"/>
          </a:p>
        </p:txBody>
      </p:sp>
      <p:pic>
        <p:nvPicPr>
          <p:cNvPr id="62" name="Google Shape;62;p2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551653"/>
            <a:ext cx="11945389" cy="29444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0"/>
          <p:cNvSpPr txBox="1">
            <a:spLocks noGrp="1"/>
          </p:cNvSpPr>
          <p:nvPr>
            <p:ph type="title"/>
          </p:nvPr>
        </p:nvSpPr>
        <p:spPr>
          <a:xfrm>
            <a:off x="150391" y="159026"/>
            <a:ext cx="10515600" cy="437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微软雅黑" panose="020B0503020204020204" pitchFamily="34" charset="-122"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29850"/>
            <a:ext cx="10515600" cy="530528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194050" y="791277"/>
            <a:ext cx="5803900" cy="3323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Click to add subtitles here</a:t>
            </a:r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11327845" y="6324598"/>
            <a:ext cx="438705" cy="338281"/>
          </a:xfrm>
          <a:prstGeom prst="rect">
            <a:avLst/>
          </a:prstGeom>
        </p:spPr>
        <p:txBody>
          <a:bodyPr/>
          <a:lstStyle/>
          <a:p>
            <a:fld id="{EFAF4AA5-1B32-4B1D-9466-74C2062FAF79}" type="slidenum">
              <a:rPr lang="uk-UA" smtClean="0"/>
            </a:fld>
            <a:endParaRPr lang="uk-UA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603632"/>
            <a:ext cx="12192000" cy="85752"/>
          </a:xfrm>
          <a:prstGeom prst="rect">
            <a:avLst/>
          </a:prstGeom>
          <a:gradFill flip="none" rotWithShape="1">
            <a:gsLst>
              <a:gs pos="0">
                <a:srgbClr val="18CBC8">
                  <a:alpha val="0"/>
                </a:srgbClr>
              </a:gs>
              <a:gs pos="100000">
                <a:srgbClr val="17ACC4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Source Sans Pro Light"/>
              <a:ea typeface="思源黑体 CN Normal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99033" y="93740"/>
            <a:ext cx="10186566" cy="43732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299033" y="742302"/>
            <a:ext cx="11219867" cy="48016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2000" b="0" kern="12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10346613" y="6432748"/>
            <a:ext cx="1494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0404871-31F3-42D6-80B3-6D62E68963D1}" type="slidenum">
              <a:rPr lang="zh-CN" altLang="en-US" sz="1200" smtClean="0">
                <a:solidFill>
                  <a:schemeClr val="bg1">
                    <a:lumMod val="50000"/>
                  </a:schemeClr>
                </a:solidFill>
                <a:latin typeface="+mn-lt"/>
              </a:rPr>
            </a:fld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3906" y="0"/>
            <a:ext cx="12215907" cy="687144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1.png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2.png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8" name="Picture 1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-1" y="0"/>
            <a:ext cx="12192002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1">
              <a:rPr lang="zh-CN" altLang="en-US" smtClean="0">
                <a:solidFill>
                  <a:prstClr val="black">
                    <a:tint val="75000"/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" name="Google Shape;62;p20"/>
          <p:cNvPicPr/>
          <p:nvPr userDrawn="1"/>
        </p:nvPicPr>
        <p:blipFill rotWithShape="1">
          <a:blip r:embed="rId8"/>
          <a:srcRect/>
          <a:stretch>
            <a:fillRect/>
          </a:stretch>
        </p:blipFill>
        <p:spPr>
          <a:xfrm>
            <a:off x="0" y="551653"/>
            <a:ext cx="11945389" cy="294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0370534" y="145539"/>
            <a:ext cx="1129391" cy="40613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2.xml"/><Relationship Id="rId3" Type="http://schemas.openxmlformats.org/officeDocument/2006/relationships/image" Target="../media/image7.png"/><Relationship Id="rId2" Type="http://schemas.microsoft.com/office/2007/relationships/hdphoto" Target="../media/image6.tiff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7.xml"/><Relationship Id="rId5" Type="http://schemas.openxmlformats.org/officeDocument/2006/relationships/image" Target="../media/image7.png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/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10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333" t="33752" r="8333"/>
          <a:stretch>
            <a:fillRect/>
          </a:stretch>
        </p:blipFill>
        <p:spPr>
          <a:xfrm>
            <a:off x="0" y="1"/>
            <a:ext cx="12192000" cy="4543295"/>
          </a:xfrm>
          <a:custGeom>
            <a:avLst/>
            <a:gdLst>
              <a:gd name="csX0" fmla="*/ 0 w 12192000"/>
              <a:gd name="csY0" fmla="*/ 0 h 4543295"/>
              <a:gd name="csX1" fmla="*/ 12192000 w 12192000"/>
              <a:gd name="csY1" fmla="*/ 0 h 4543295"/>
              <a:gd name="csX2" fmla="*/ 12192000 w 12192000"/>
              <a:gd name="csY2" fmla="*/ 4543295 h 4543295"/>
              <a:gd name="csX3" fmla="*/ 0 w 12192000"/>
              <a:gd name="csY3" fmla="*/ 4543295 h 45432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4543295">
                <a:moveTo>
                  <a:pt x="0" y="0"/>
                </a:moveTo>
                <a:lnTo>
                  <a:pt x="12192000" y="0"/>
                </a:lnTo>
                <a:lnTo>
                  <a:pt x="12192000" y="4543295"/>
                </a:lnTo>
                <a:lnTo>
                  <a:pt x="0" y="4543295"/>
                </a:lnTo>
                <a:close/>
              </a:path>
            </a:pathLst>
          </a:custGeom>
        </p:spPr>
      </p:pic>
      <p:sp>
        <p:nvSpPr>
          <p:cNvPr id="7" name="矩形 6"/>
          <p:cNvSpPr/>
          <p:nvPr/>
        </p:nvSpPr>
        <p:spPr>
          <a:xfrm>
            <a:off x="0" y="4463495"/>
            <a:ext cx="12192000" cy="79800"/>
          </a:xfrm>
          <a:prstGeom prst="rect">
            <a:avLst/>
          </a:prstGeom>
          <a:solidFill>
            <a:srgbClr val="D8A86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0478" y="4842758"/>
            <a:ext cx="7343775" cy="1014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广汽埃安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年度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KOC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孵化与内容生态运营规划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73641" y="6241759"/>
            <a:ext cx="474040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709613" y="5961824"/>
            <a:ext cx="525462" cy="0"/>
          </a:xfrm>
          <a:prstGeom prst="line">
            <a:avLst/>
          </a:prstGeom>
          <a:noFill/>
          <a:ln w="25400" cap="flat" cmpd="sng" algn="ctr">
            <a:solidFill>
              <a:srgbClr val="D8A862"/>
            </a:solidFill>
            <a:prstDash val="solid"/>
            <a:miter lim="800000"/>
          </a:ln>
          <a:effectLst/>
        </p:spPr>
      </p:cxnSp>
      <p:grpSp>
        <p:nvGrpSpPr>
          <p:cNvPr id="42" name="组合 41"/>
          <p:cNvGrpSpPr/>
          <p:nvPr/>
        </p:nvGrpSpPr>
        <p:grpSpPr>
          <a:xfrm>
            <a:off x="10941684" y="6352470"/>
            <a:ext cx="593911" cy="151426"/>
            <a:chOff x="10941684" y="6352470"/>
            <a:chExt cx="593911" cy="151426"/>
          </a:xfrm>
        </p:grpSpPr>
        <p:sp>
          <p:nvSpPr>
            <p:cNvPr id="38" name="椭圆 37"/>
            <p:cNvSpPr/>
            <p:nvPr/>
          </p:nvSpPr>
          <p:spPr>
            <a:xfrm>
              <a:off x="10941684" y="6352470"/>
              <a:ext cx="151426" cy="151426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1162926" y="6352470"/>
              <a:ext cx="151426" cy="151426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1384169" y="6352470"/>
              <a:ext cx="151426" cy="151426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5" name="图片 84" descr="资源 3@2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700" y="4901565"/>
            <a:ext cx="2347595" cy="2597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: 形状 20"/>
          <p:cNvSpPr/>
          <p:nvPr>
            <p:custDataLst>
              <p:tags r:id="rId1"/>
            </p:custDataLst>
          </p:nvPr>
        </p:nvSpPr>
        <p:spPr>
          <a:xfrm>
            <a:off x="0" y="1"/>
            <a:ext cx="12192000" cy="811758"/>
          </a:xfrm>
          <a:custGeom>
            <a:avLst/>
            <a:gdLst>
              <a:gd name="csX0" fmla="*/ 0 w 12192000"/>
              <a:gd name="csY0" fmla="*/ 0 h 730733"/>
              <a:gd name="csX1" fmla="*/ 12192000 w 12192000"/>
              <a:gd name="csY1" fmla="*/ 0 h 730733"/>
              <a:gd name="csX2" fmla="*/ 12192000 w 12192000"/>
              <a:gd name="csY2" fmla="*/ 730733 h 730733"/>
              <a:gd name="csX3" fmla="*/ 0 w 12192000"/>
              <a:gd name="csY3" fmla="*/ 730733 h 7307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730733">
                <a:moveTo>
                  <a:pt x="0" y="0"/>
                </a:moveTo>
                <a:lnTo>
                  <a:pt x="12192000" y="0"/>
                </a:lnTo>
                <a:lnTo>
                  <a:pt x="12192000" y="730733"/>
                </a:lnTo>
                <a:lnTo>
                  <a:pt x="0" y="730733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90500" dist="139700" dir="5400000" sx="96000" sy="96000" algn="t" rotWithShape="0">
              <a:srgbClr val="3EBAD3">
                <a:lumMod val="20000"/>
                <a:lumOff val="80000"/>
                <a:alpha val="18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23" name="任意多边形: 形状 22"/>
          <p:cNvSpPr/>
          <p:nvPr>
            <p:custDataLst>
              <p:tags r:id="rId2"/>
            </p:custDataLst>
          </p:nvPr>
        </p:nvSpPr>
        <p:spPr>
          <a:xfrm>
            <a:off x="0" y="743841"/>
            <a:ext cx="12186389" cy="43238"/>
          </a:xfrm>
          <a:custGeom>
            <a:avLst/>
            <a:gdLst>
              <a:gd name="csX0" fmla="*/ 0 w 12186389"/>
              <a:gd name="csY0" fmla="*/ 0 h 43238"/>
              <a:gd name="csX1" fmla="*/ 2222719 w 12186389"/>
              <a:gd name="csY1" fmla="*/ 0 h 43238"/>
              <a:gd name="csX2" fmla="*/ 8921654 w 12186389"/>
              <a:gd name="csY2" fmla="*/ 0 h 43238"/>
              <a:gd name="csX3" fmla="*/ 12186389 w 12186389"/>
              <a:gd name="csY3" fmla="*/ 0 h 43238"/>
              <a:gd name="csX4" fmla="*/ 12186389 w 12186389"/>
              <a:gd name="csY4" fmla="*/ 43238 h 43238"/>
              <a:gd name="csX5" fmla="*/ 8921654 w 12186389"/>
              <a:gd name="csY5" fmla="*/ 43238 h 43238"/>
              <a:gd name="csX6" fmla="*/ 2222719 w 12186389"/>
              <a:gd name="csY6" fmla="*/ 43238 h 43238"/>
              <a:gd name="csX7" fmla="*/ 0 w 12186389"/>
              <a:gd name="csY7" fmla="*/ 43238 h 432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89" h="43238">
                <a:moveTo>
                  <a:pt x="0" y="0"/>
                </a:moveTo>
                <a:lnTo>
                  <a:pt x="2222719" y="0"/>
                </a:lnTo>
                <a:lnTo>
                  <a:pt x="8921654" y="0"/>
                </a:lnTo>
                <a:lnTo>
                  <a:pt x="12186389" y="0"/>
                </a:lnTo>
                <a:lnTo>
                  <a:pt x="12186389" y="43238"/>
                </a:lnTo>
                <a:lnTo>
                  <a:pt x="8921654" y="43238"/>
                </a:lnTo>
                <a:lnTo>
                  <a:pt x="2222719" y="43238"/>
                </a:lnTo>
                <a:lnTo>
                  <a:pt x="0" y="43238"/>
                </a:lnTo>
                <a:close/>
              </a:path>
            </a:pathLst>
          </a:custGeom>
          <a:gradFill>
            <a:gsLst>
              <a:gs pos="55000">
                <a:srgbClr val="2DCAD1"/>
              </a:gs>
              <a:gs pos="0">
                <a:srgbClr val="2DCAD1">
                  <a:alpha val="0"/>
                </a:srgbClr>
              </a:gs>
            </a:gsLst>
            <a:path path="circle">
              <a:fillToRect r="100000" b="100000"/>
            </a:path>
          </a:gra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"/>
              <a:ea typeface="思源宋体 CN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22635" y="-1763"/>
            <a:ext cx="4497944" cy="657543"/>
            <a:chOff x="721153" y="360102"/>
            <a:chExt cx="4497944" cy="657543"/>
          </a:xfrm>
        </p:grpSpPr>
        <p:sp>
          <p:nvSpPr>
            <p:cNvPr id="3" name="PA-椭圆 21"/>
            <p:cNvSpPr/>
            <p:nvPr>
              <p:custDataLst>
                <p:tags r:id="rId3"/>
              </p:custDataLst>
            </p:nvPr>
          </p:nvSpPr>
          <p:spPr>
            <a:xfrm rot="2133598">
              <a:off x="809451" y="360102"/>
              <a:ext cx="445944" cy="445944"/>
            </a:xfrm>
            <a:prstGeom prst="ellipse">
              <a:avLst/>
            </a:prstGeom>
            <a:gradFill flip="none" rotWithShape="1">
              <a:gsLst>
                <a:gs pos="0">
                  <a:srgbClr val="E6564F">
                    <a:lumMod val="0"/>
                    <a:lumOff val="100000"/>
                    <a:alpha val="0"/>
                  </a:srgbClr>
                </a:gs>
                <a:gs pos="70000">
                  <a:srgbClr val="2DCAD1">
                    <a:alpha val="50000"/>
                  </a:srgbClr>
                </a:gs>
              </a:gsLst>
              <a:lin ang="13200000" scaled="0"/>
              <a:tileRect/>
            </a:gradFill>
            <a:ln w="6350" cap="flat" cmpd="sng" algn="ctr">
              <a:gradFill>
                <a:gsLst>
                  <a:gs pos="11000">
                    <a:srgbClr val="037EF3">
                      <a:lumMod val="43000"/>
                      <a:lumOff val="57000"/>
                    </a:srgbClr>
                  </a:gs>
                  <a:gs pos="68000">
                    <a:srgbClr val="037EF3">
                      <a:lumMod val="37000"/>
                      <a:lumOff val="63000"/>
                      <a:alpha val="0"/>
                    </a:srgbClr>
                  </a:gs>
                </a:gsLst>
                <a:lin ang="0" scaled="0"/>
              </a:gradFill>
              <a:prstDash val="solid"/>
              <a:miter lim="800000"/>
            </a:ln>
            <a:effectLst>
              <a:outerShdw blurRad="88900" dist="88900" dir="5400000" algn="t" rotWithShape="0">
                <a:srgbClr val="037EF3">
                  <a:alpha val="14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" name="PA-文本框 14"/>
            <p:cNvSpPr txBox="1"/>
            <p:nvPr>
              <p:custDataLst>
                <p:tags r:id="rId4"/>
              </p:custDataLst>
            </p:nvPr>
          </p:nvSpPr>
          <p:spPr>
            <a:xfrm>
              <a:off x="721153" y="618865"/>
              <a:ext cx="4497944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800" b="1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lumMod val="80000"/>
                          <a:lumOff val="20000"/>
                        </a:schemeClr>
                      </a:gs>
                    </a:gsLst>
                    <a:lin ang="0" scaled="0"/>
                  </a:gradFill>
                  <a:effectLst>
                    <a:outerShdw blurRad="228600" dist="114300" dir="5400000" algn="t" rotWithShape="0">
                      <a:schemeClr val="accent1">
                        <a:alpha val="10000"/>
                      </a:schemeClr>
                    </a:outerShdw>
                  </a:effectLst>
                  <a:latin typeface="MiSans" pitchFamily="2" charset="-122"/>
                  <a:ea typeface="MiSans" pitchFamily="2" charset="-122"/>
                </a:defRPr>
              </a:lvl1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kern="0" dirty="0">
                  <a:solidFill>
                    <a:schemeClr val="tx1"/>
                  </a:solidFill>
                  <a:effectLst>
                    <a:outerShdw blurRad="228600" dist="114300" dir="5400000" algn="t" rotWithShape="0">
                      <a:srgbClr val="037EF3">
                        <a:alpha val="10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一、项目背景</a:t>
              </a:r>
              <a:r>
                <a:rPr lang="en-US" altLang="zh-CN" sz="2000" kern="0" dirty="0">
                  <a:solidFill>
                    <a:schemeClr val="tx1"/>
                  </a:solidFill>
                  <a:effectLst>
                    <a:outerShdw blurRad="228600" dist="114300" dir="5400000" algn="t" rotWithShape="0">
                      <a:srgbClr val="037EF3">
                        <a:alpha val="10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—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228600" dist="114300" dir="5400000" algn="t" rotWithShape="0">
                      <a:srgbClr val="037EF3">
                        <a:alpha val="10000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内外部环境分析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228600" dist="114300" dir="5400000" algn="t" rotWithShape="0">
                    <a:srgbClr val="037EF3">
                      <a:alpha val="10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图片 4" descr="资源 3@2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7700" y="377190"/>
            <a:ext cx="2347595" cy="25971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05" name="Content Placeholder 8"/>
          <p:cNvSpPr txBox="1"/>
          <p:nvPr/>
        </p:nvSpPr>
        <p:spPr>
          <a:xfrm>
            <a:off x="3305604" y="3071979"/>
            <a:ext cx="5580797" cy="1082675"/>
          </a:xfrm>
          <a:prstGeom prst="rect">
            <a:avLst/>
          </a:prstGeom>
          <a:ln w="25400">
            <a:miter lim="400000"/>
          </a:ln>
        </p:spPr>
        <p:txBody>
          <a:bodyPr lIns="0" tIns="0" rIns="0" bIns="0">
            <a:spAutoFit/>
          </a:bodyPr>
          <a:lstStyle>
            <a:lvl1pPr algn="ctr">
              <a:lnSpc>
                <a:spcPct val="80000"/>
              </a:lnSpc>
              <a:spcBef>
                <a:spcPts val="4800"/>
              </a:spcBef>
              <a:defRPr sz="1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80000"/>
              </a:lnSpc>
              <a:spcBef>
                <a:spcPts val="48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8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标题 2"/>
          <p:cNvSpPr txBox="1"/>
          <p:nvPr/>
        </p:nvSpPr>
        <p:spPr>
          <a:xfrm>
            <a:off x="2895706" y="2244097"/>
            <a:ext cx="5384408" cy="1655763"/>
          </a:xfrm>
          <a:prstGeom prst="rect">
            <a:avLst/>
          </a:prstGeom>
        </p:spPr>
        <p:txBody>
          <a:bodyPr vert="horz" lIns="91396" tIns="45698" rIns="91396" bIns="4569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4000" b="0" i="0" kern="1200" dirty="0">
                <a:ln w="0"/>
                <a:solidFill>
                  <a:schemeClr val="bg1"/>
                </a:solidFill>
                <a:effectLst>
                  <a:outerShdw blurRad="296706" dist="78568" dir="5400000" algn="ctr" rotWithShape="0">
                    <a:schemeClr val="tx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1200" cap="none" spc="600" normalizeH="0" baseline="0" noProof="0" dirty="0">
                <a:ln w="0"/>
                <a:solidFill>
                  <a:srgbClr val="2ECBD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请领导指摘</a:t>
            </a:r>
            <a:endParaRPr kumimoji="1" lang="zh-CN" altLang="en-US" sz="6000" b="1" i="0" u="none" strike="noStrike" kern="1200" cap="none" spc="600" normalizeH="0" baseline="0" noProof="0" dirty="0">
              <a:ln w="0"/>
              <a:solidFill>
                <a:srgbClr val="2ECBD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5" name="图片 84" descr="资源 3@2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700" y="377190"/>
            <a:ext cx="2347595" cy="25971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3.xml><?xml version="1.0" encoding="utf-8"?>
<p:tagLst xmlns:p="http://schemas.openxmlformats.org/presentationml/2006/main">
  <p:tag name="PA" val="v5.2.11"/>
</p:tagLst>
</file>

<file path=ppt/tags/tag64.xml><?xml version="1.0" encoding="utf-8"?>
<p:tagLst xmlns:p="http://schemas.openxmlformats.org/presentationml/2006/main">
  <p:tag name="PA" val="v5.2.11"/>
</p:tagLst>
</file>

<file path=ppt/tags/tag65.xml><?xml version="1.0" encoding="utf-8"?>
<p:tagLst xmlns:p="http://schemas.openxmlformats.org/presentationml/2006/main">
  <p:tag name="PA" val="v5.2.11"/>
</p:tagLst>
</file>

<file path=ppt/tags/tag66.xml><?xml version="1.0" encoding="utf-8"?>
<p:tagLst xmlns:p="http://schemas.openxmlformats.org/presentationml/2006/main">
  <p:tag name="PA" val="v5.2.1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WPS 演示</Application>
  <PresentationFormat>宽屏</PresentationFormat>
  <Paragraphs>9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Source Sans Pro Light</vt:lpstr>
      <vt:lpstr>思源黑体 CN Normal</vt:lpstr>
      <vt:lpstr>Roboto Regular</vt:lpstr>
      <vt:lpstr>思源黑体 CN Regular</vt:lpstr>
      <vt:lpstr>Roboto</vt:lpstr>
      <vt:lpstr>思源宋体 CN</vt:lpstr>
      <vt:lpstr>等线</vt:lpstr>
      <vt:lpstr>MiSans</vt:lpstr>
      <vt:lpstr>MiSans Medium</vt:lpstr>
      <vt:lpstr>Segoe Print</vt:lpstr>
      <vt:lpstr>苹方-简</vt:lpstr>
      <vt:lpstr>Arial Unicode MS</vt:lpstr>
      <vt:lpstr>Times New Roman</vt:lpstr>
      <vt:lpstr>黑体</vt:lpstr>
      <vt:lpstr>WPS</vt:lpstr>
      <vt:lpstr>1_WPS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92804</dc:creator>
  <cp:lastModifiedBy>WPS_562553944</cp:lastModifiedBy>
  <cp:revision>273</cp:revision>
  <dcterms:created xsi:type="dcterms:W3CDTF">1900-01-01T00:00:00Z</dcterms:created>
  <dcterms:modified xsi:type="dcterms:W3CDTF">2026-04-30T08:30:09Z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C420FE4D6E65441E9D15A9E47934AF6F_13</vt:lpwstr>
  </property>
</Properties>
</file>