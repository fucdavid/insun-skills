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4" r:id="rId4"/>
  </p:sldMasterIdLst>
  <p:notesMasterIdLst>
    <p:notesMasterId r:id="rId6"/>
  </p:notesMasterIdLst>
  <p:sldIdLst>
    <p:sldId id="326" r:id="rId5"/>
    <p:sldId id="356" r:id="rId7"/>
    <p:sldId id="379" r:id="rId8"/>
    <p:sldId id="31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66E"/>
    <a:srgbClr val="861B2F"/>
    <a:srgbClr val="C7959E"/>
    <a:srgbClr val="EAEAE8"/>
    <a:srgbClr val="E8DFD6"/>
    <a:srgbClr val="272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29" autoAdjust="0"/>
    <p:restoredTop sz="94660"/>
  </p:normalViewPr>
  <p:slideViewPr>
    <p:cSldViewPr snapToGrid="0">
      <p:cViewPr varScale="1">
        <p:scale>
          <a:sx n="71" d="100"/>
          <a:sy n="71" d="100"/>
        </p:scale>
        <p:origin x="58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C6366-4C83-4ED4-AB17-CEE4A86AAD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F178F-8C59-4607-A86C-F1D4AD9AA9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739340" y="907092"/>
            <a:ext cx="6557418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31460" y="1949372"/>
            <a:ext cx="653346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9402" y="146319"/>
            <a:ext cx="11476271" cy="4005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0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5" name="图像" descr="图像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37977" y="233692"/>
            <a:ext cx="1805985" cy="237628"/>
          </a:xfrm>
          <a:prstGeom prst="rect">
            <a:avLst/>
          </a:prstGeom>
          <a:noFill/>
          <a:ln w="3175">
            <a:miter lim="4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9402" y="146319"/>
            <a:ext cx="11476271" cy="4005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0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5" name="图像" descr="图像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37977" y="233692"/>
            <a:ext cx="1805985" cy="237628"/>
          </a:xfrm>
          <a:prstGeom prst="rect">
            <a:avLst/>
          </a:prstGeom>
          <a:noFill/>
          <a:ln w="3175">
            <a:miter lim="400000"/>
            <a:headEnd/>
            <a:tailEnd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远处有雪山&#10;&#10;AI 生成的内容可能不正确。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0" y="-106018"/>
            <a:ext cx="12193380" cy="4652511"/>
          </a:xfrm>
          <a:prstGeom prst="rect">
            <a:avLst/>
          </a:prstGeom>
        </p:spPr>
      </p:pic>
      <p:sp>
        <p:nvSpPr>
          <p:cNvPr id="10" name="标题 3"/>
          <p:cNvSpPr>
            <a:spLocks noGrp="1"/>
          </p:cNvSpPr>
          <p:nvPr>
            <p:ph type="title" hasCustomPrompt="1"/>
          </p:nvPr>
        </p:nvSpPr>
        <p:spPr>
          <a:xfrm>
            <a:off x="442330" y="4701474"/>
            <a:ext cx="8732667" cy="708047"/>
          </a:xfrm>
          <a:prstGeom prst="rect">
            <a:avLst/>
          </a:prstGeom>
          <a:solidFill>
            <a:schemeClr val="bg1"/>
          </a:solidFill>
        </p:spPr>
        <p:txBody>
          <a:bodyPr lIns="36000" tIns="36000" rIns="36000" bIns="36000" anchor="ctr"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kumimoji="1" lang="zh-CN" altLang="en-US" dirty="0"/>
              <a:t>单击此处添加文本</a:t>
            </a:r>
            <a:endParaRPr kumimoji="1" lang="zh-CN" altLang="en-US" dirty="0"/>
          </a:p>
        </p:txBody>
      </p:sp>
      <p:sp>
        <p:nvSpPr>
          <p:cNvPr id="16" name="副标题 2"/>
          <p:cNvSpPr>
            <a:spLocks noGrp="1"/>
          </p:cNvSpPr>
          <p:nvPr>
            <p:ph type="subTitle" idx="1"/>
          </p:nvPr>
        </p:nvSpPr>
        <p:spPr>
          <a:xfrm>
            <a:off x="442329" y="5561282"/>
            <a:ext cx="8732667" cy="1043609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cxnSp>
        <p:nvCxnSpPr>
          <p:cNvPr id="4" name="直线连接符 3"/>
          <p:cNvCxnSpPr/>
          <p:nvPr userDrawn="1"/>
        </p:nvCxnSpPr>
        <p:spPr>
          <a:xfrm>
            <a:off x="0" y="4546494"/>
            <a:ext cx="10939566" cy="0"/>
          </a:xfrm>
          <a:prstGeom prst="line">
            <a:avLst/>
          </a:prstGeom>
          <a:ln w="63500">
            <a:solidFill>
              <a:srgbClr val="861B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连接符 4"/>
          <p:cNvCxnSpPr/>
          <p:nvPr userDrawn="1"/>
        </p:nvCxnSpPr>
        <p:spPr>
          <a:xfrm>
            <a:off x="10706417" y="4546494"/>
            <a:ext cx="1485583" cy="0"/>
          </a:xfrm>
          <a:prstGeom prst="line">
            <a:avLst/>
          </a:prstGeom>
          <a:ln w="63500">
            <a:solidFill>
              <a:srgbClr val="D5A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11013" y="231666"/>
            <a:ext cx="1676400" cy="215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86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0" y="1218"/>
            <a:ext cx="12191999" cy="68579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alphaModFix amt="41000"/>
          </a:blip>
          <a:srcRect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 flipV="1">
            <a:off x="0" y="-1215"/>
            <a:ext cx="12191998" cy="6857992"/>
          </a:xfrm>
          <a:prstGeom prst="rect">
            <a:avLst/>
          </a:prstGeom>
          <a:solidFill>
            <a:srgbClr val="272722">
              <a:alpha val="815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标题 3"/>
          <p:cNvSpPr>
            <a:spLocks noGrp="1"/>
          </p:cNvSpPr>
          <p:nvPr>
            <p:ph type="title" hasCustomPrompt="1"/>
          </p:nvPr>
        </p:nvSpPr>
        <p:spPr>
          <a:xfrm>
            <a:off x="1963838" y="1613768"/>
            <a:ext cx="4709611" cy="66901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01</a:t>
            </a:r>
            <a:r>
              <a:rPr kumimoji="1" lang="zh-CN" altLang="en-US" dirty="0"/>
              <a:t> 这是一个标题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8" hasCustomPrompt="1"/>
          </p:nvPr>
        </p:nvSpPr>
        <p:spPr>
          <a:xfrm>
            <a:off x="1963838" y="2639975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en-US" altLang="zh-CN" dirty="0"/>
              <a:t>02</a:t>
            </a:r>
            <a:r>
              <a:rPr kumimoji="1" lang="zh-CN" altLang="en-US" dirty="0"/>
              <a:t> 这是一个标题</a:t>
            </a:r>
            <a:endParaRPr kumimoji="1" lang="zh-CN" altLang="en-US" dirty="0"/>
          </a:p>
        </p:txBody>
      </p:sp>
      <p:sp>
        <p:nvSpPr>
          <p:cNvPr id="17" name="文本占位符 15"/>
          <p:cNvSpPr>
            <a:spLocks noGrp="1"/>
          </p:cNvSpPr>
          <p:nvPr>
            <p:ph type="body" sz="quarter" idx="19" hasCustomPrompt="1"/>
          </p:nvPr>
        </p:nvSpPr>
        <p:spPr>
          <a:xfrm>
            <a:off x="1963838" y="3676616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en-US" altLang="zh-CN" dirty="0"/>
              <a:t>03</a:t>
            </a:r>
            <a:r>
              <a:rPr kumimoji="1" lang="zh-CN" altLang="en-US" dirty="0"/>
              <a:t> 这是一个标题</a:t>
            </a:r>
            <a:endParaRPr kumimoji="1" lang="zh-CN" altLang="en-US" dirty="0"/>
          </a:p>
        </p:txBody>
      </p:sp>
      <p:sp>
        <p:nvSpPr>
          <p:cNvPr id="21" name="文本占位符 15"/>
          <p:cNvSpPr>
            <a:spLocks noGrp="1"/>
          </p:cNvSpPr>
          <p:nvPr>
            <p:ph type="body" sz="quarter" idx="20" hasCustomPrompt="1"/>
          </p:nvPr>
        </p:nvSpPr>
        <p:spPr>
          <a:xfrm>
            <a:off x="1963838" y="4713258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en-US" altLang="zh-CN" dirty="0"/>
              <a:t>04</a:t>
            </a:r>
            <a:r>
              <a:rPr kumimoji="1" lang="zh-CN" altLang="en-US" dirty="0"/>
              <a:t> 这是一个标题</a:t>
            </a:r>
            <a:endParaRPr kumimoji="1" lang="zh-CN" altLang="en-US" dirty="0"/>
          </a:p>
        </p:txBody>
      </p:sp>
      <p:sp>
        <p:nvSpPr>
          <p:cNvPr id="4" name="标题 3"/>
          <p:cNvSpPr txBox="1"/>
          <p:nvPr userDrawn="1"/>
        </p:nvSpPr>
        <p:spPr>
          <a:xfrm>
            <a:off x="5751615" y="10418"/>
            <a:ext cx="4709611" cy="66901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endParaRPr kumimoji="1" lang="zh-CN" altLang="en-US" sz="3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直线连接符 7"/>
          <p:cNvCxnSpPr/>
          <p:nvPr userDrawn="1"/>
        </p:nvCxnSpPr>
        <p:spPr>
          <a:xfrm>
            <a:off x="0" y="680043"/>
            <a:ext cx="10170139" cy="0"/>
          </a:xfrm>
          <a:prstGeom prst="line">
            <a:avLst/>
          </a:prstGeom>
          <a:ln w="12700">
            <a:solidFill>
              <a:srgbClr val="861B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 userDrawn="1"/>
        </p:nvCxnSpPr>
        <p:spPr>
          <a:xfrm>
            <a:off x="10166350" y="680043"/>
            <a:ext cx="2025648" cy="0"/>
          </a:xfrm>
          <a:prstGeom prst="line">
            <a:avLst/>
          </a:prstGeom>
          <a:ln w="12700">
            <a:solidFill>
              <a:srgbClr val="D6A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169963" y="286615"/>
            <a:ext cx="1676400" cy="215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bg>
      <p:bgPr>
        <a:solidFill>
          <a:srgbClr val="E8DF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/>
          <p:cNvCxnSpPr/>
          <p:nvPr userDrawn="1"/>
        </p:nvCxnSpPr>
        <p:spPr>
          <a:xfrm>
            <a:off x="973776" y="2731324"/>
            <a:ext cx="9500259" cy="0"/>
          </a:xfrm>
          <a:prstGeom prst="line">
            <a:avLst/>
          </a:prstGeom>
          <a:ln w="12700">
            <a:solidFill>
              <a:srgbClr val="861B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3"/>
          <p:cNvSpPr>
            <a:spLocks noGrp="1"/>
          </p:cNvSpPr>
          <p:nvPr>
            <p:ph type="title" hasCustomPrompt="1"/>
          </p:nvPr>
        </p:nvSpPr>
        <p:spPr>
          <a:xfrm>
            <a:off x="973776" y="2861635"/>
            <a:ext cx="6190397" cy="708047"/>
          </a:xfrm>
          <a:prstGeom prst="rect">
            <a:avLst/>
          </a:prstGeom>
        </p:spPr>
        <p:txBody>
          <a:bodyPr lIns="36000" tIns="36000" rIns="36000" bIns="36000" anchor="ctr"/>
          <a:lstStyle>
            <a:lvl1pPr>
              <a:defRPr sz="2400" b="1">
                <a:solidFill>
                  <a:srgbClr val="861B2F"/>
                </a:solidFill>
              </a:defRPr>
            </a:lvl1pPr>
          </a:lstStyle>
          <a:p>
            <a:r>
              <a:rPr kumimoji="1" lang="zh-CN" altLang="en-US" dirty="0"/>
              <a:t>单击此处添加文本</a:t>
            </a:r>
            <a:endParaRPr kumimoji="1" lang="zh-CN" altLang="en-US" dirty="0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973776" y="1557405"/>
            <a:ext cx="6190397" cy="1043609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3600">
                <a:solidFill>
                  <a:srgbClr val="861B2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"/>
          <p:cNvSpPr>
            <a:spLocks noGrp="1"/>
          </p:cNvSpPr>
          <p:nvPr>
            <p:ph type="sldNum" sz="quarter" idx="18"/>
          </p:nvPr>
        </p:nvSpPr>
        <p:spPr>
          <a:xfrm>
            <a:off x="11262219" y="6574934"/>
            <a:ext cx="516511" cy="223177"/>
          </a:xfrm>
          <a:prstGeom prst="rect">
            <a:avLst/>
          </a:prstGeom>
        </p:spPr>
        <p:txBody>
          <a:bodyPr wrap="square" lIns="0" tIns="36000" rIns="0" bIns="36000" numCol="1" anchor="ctr" anchorCtr="0" compatLnSpc="1"/>
          <a:lstStyle>
            <a:lvl1pPr algn="r">
              <a:defRPr sz="1050" b="0" i="0" smtClean="0">
                <a:solidFill>
                  <a:srgbClr val="48515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9F851988-1733-A44B-9269-CB53F13FC16E}" type="slidenum">
              <a:rPr lang="zh-CN" altLang="en-US" smtClean="0"/>
            </a:fld>
            <a:endParaRPr lang="zh-CN" altLang="en-US" sz="1050" dirty="0"/>
          </a:p>
        </p:txBody>
      </p:sp>
      <p:sp>
        <p:nvSpPr>
          <p:cNvPr id="19" name="标题 2"/>
          <p:cNvSpPr>
            <a:spLocks noGrp="1"/>
          </p:cNvSpPr>
          <p:nvPr>
            <p:ph type="title" hasCustomPrompt="1"/>
          </p:nvPr>
        </p:nvSpPr>
        <p:spPr>
          <a:xfrm>
            <a:off x="382064" y="151582"/>
            <a:ext cx="9086024" cy="44396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>
              <a:defRPr sz="2400" b="1" i="0" spc="0">
                <a:solidFill>
                  <a:srgbClr val="27272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单击此处输入标题</a:t>
            </a:r>
            <a:endParaRPr kumimoji="1" lang="zh-CN" altLang="en-US" dirty="0"/>
          </a:p>
        </p:txBody>
      </p:sp>
      <p:cxnSp>
        <p:nvCxnSpPr>
          <p:cNvPr id="13" name="直线连接符 12"/>
          <p:cNvCxnSpPr/>
          <p:nvPr userDrawn="1"/>
        </p:nvCxnSpPr>
        <p:spPr>
          <a:xfrm>
            <a:off x="382064" y="6505414"/>
            <a:ext cx="11396666" cy="0"/>
          </a:xfrm>
          <a:prstGeom prst="line">
            <a:avLst/>
          </a:prstGeom>
          <a:ln w="6350">
            <a:solidFill>
              <a:srgbClr val="D5A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线连接符 1"/>
          <p:cNvCxnSpPr/>
          <p:nvPr userDrawn="1"/>
        </p:nvCxnSpPr>
        <p:spPr>
          <a:xfrm>
            <a:off x="0" y="680043"/>
            <a:ext cx="10170139" cy="0"/>
          </a:xfrm>
          <a:prstGeom prst="line">
            <a:avLst/>
          </a:prstGeom>
          <a:ln w="12700">
            <a:solidFill>
              <a:srgbClr val="861B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线连接符 2"/>
          <p:cNvCxnSpPr/>
          <p:nvPr userDrawn="1"/>
        </p:nvCxnSpPr>
        <p:spPr>
          <a:xfrm>
            <a:off x="10166350" y="680043"/>
            <a:ext cx="2025650" cy="0"/>
          </a:xfrm>
          <a:prstGeom prst="line">
            <a:avLst/>
          </a:prstGeom>
          <a:ln w="12700">
            <a:solidFill>
              <a:srgbClr val="D6A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微信图片_20260210103827_142_8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75240" y="288925"/>
            <a:ext cx="1664173" cy="2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雪山上有白云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标题 1"/>
          <p:cNvSpPr txBox="1"/>
          <p:nvPr userDrawn="1"/>
        </p:nvSpPr>
        <p:spPr>
          <a:xfrm>
            <a:off x="1729665" y="2740463"/>
            <a:ext cx="8732667" cy="70804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4800" b="1" spc="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kumimoji="1" lang="zh-CN" altLang="en-US" sz="4800" b="1" spc="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11013" y="231666"/>
            <a:ext cx="1676400" cy="215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0748A-6591-EF42-A7A9-C24DACB7F3C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0D17-870C-D745-8355-25D100BEEC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739340" y="907092"/>
            <a:ext cx="6557418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31460" y="1949372"/>
            <a:ext cx="653346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9672A-C71B-4E79-8E90-7D4A965AC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E30F8-0440-4057-8135-D142D90ABB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2318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6" tIns="45703" rIns="91406" bIns="45703" numCol="1" spcCol="0" rtlCol="0" fromWordArt="0" anchor="ctr" anchorCtr="0" forceAA="0" compatLnSpc="1">
            <a:noAutofit/>
          </a:bodyPr>
          <a:lstStyle/>
          <a:p>
            <a:pPr algn="ctr"/>
            <a:endParaRPr lang="en-US" sz="18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 flipH="1">
            <a:off x="-2" y="0"/>
            <a:ext cx="12192317" cy="6013450"/>
          </a:xfrm>
          <a:prstGeom prst="rect">
            <a:avLst/>
          </a:prstGeom>
        </p:spPr>
      </p:pic>
      <p:sp>
        <p:nvSpPr>
          <p:cNvPr id="7" name="Text Placeholder 2"/>
          <p:cNvSpPr txBox="1"/>
          <p:nvPr userDrawn="1"/>
        </p:nvSpPr>
        <p:spPr>
          <a:xfrm>
            <a:off x="754781" y="6345273"/>
            <a:ext cx="5455407" cy="32275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9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把智能带入每一辆车，让出行更安全、生活更美好</a:t>
            </a:r>
            <a:endParaRPr lang="en-US" sz="16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0647875" y="6254261"/>
            <a:ext cx="896249" cy="4291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9641003" y="220268"/>
            <a:ext cx="2102836" cy="2526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3765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3765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37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09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1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2377196" y="0"/>
            <a:ext cx="1282999" cy="629422"/>
          </a:xfrm>
          <a:prstGeom prst="rect">
            <a:avLst/>
          </a:prstGeom>
          <a:solidFill>
            <a:srgbClr val="E8DFD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1828800" hangingPunct="1">
              <a:defRPr/>
            </a:pPr>
            <a:r>
              <a:rPr kumimoji="1" lang="en-US" altLang="zh-CN" sz="1100" kern="1200" spc="3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#</a:t>
            </a:r>
            <a:r>
              <a:rPr kumimoji="1" lang="en-GB" altLang="zh-CN" sz="1100" kern="1200" dirty="0">
                <a:solidFill>
                  <a:srgbClr val="27272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e8dfd6</a:t>
            </a:r>
            <a:endParaRPr kumimoji="1" lang="zh-CN" altLang="en-US" sz="1100" kern="1200" spc="300" dirty="0">
              <a:solidFill>
                <a:prstClr val="whit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12377196" y="1258589"/>
            <a:ext cx="1282999" cy="650644"/>
          </a:xfrm>
          <a:prstGeom prst="rect">
            <a:avLst/>
          </a:prstGeom>
          <a:solidFill>
            <a:srgbClr val="27272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1828800" hangingPunct="1">
              <a:defRPr/>
            </a:pPr>
            <a:r>
              <a:rPr kumimoji="1" lang="en-US" altLang="zh-CN" sz="11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#</a:t>
            </a:r>
            <a:r>
              <a:rPr kumimoji="1" lang="zh-CN" altLang="en-US" sz="11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en-GB" altLang="zh-CN" sz="11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272724</a:t>
            </a:r>
            <a:endParaRPr kumimoji="1" lang="zh-CN" altLang="en-US" sz="1100" kern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377196" y="1909233"/>
            <a:ext cx="1282999" cy="686938"/>
          </a:xfrm>
          <a:prstGeom prst="rect">
            <a:avLst/>
          </a:prstGeom>
          <a:solidFill>
            <a:srgbClr val="861B2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100" kern="1200" spc="3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#</a:t>
            </a:r>
            <a:r>
              <a:rPr kumimoji="1" lang="en-GB" altLang="zh-CN" sz="11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861b2f</a:t>
            </a:r>
            <a:endParaRPr kumimoji="1" lang="zh-CN" altLang="en-US" sz="1100" kern="1200" spc="300" dirty="0">
              <a:solidFill>
                <a:prstClr val="whit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2377196" y="629167"/>
            <a:ext cx="1282999" cy="62942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1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#</a:t>
            </a:r>
            <a:r>
              <a:rPr kumimoji="1" lang="en-GB" altLang="zh-CN" sz="11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ffffff</a:t>
            </a:r>
            <a:endParaRPr kumimoji="1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12377196" y="2596171"/>
            <a:ext cx="1282999" cy="686939"/>
          </a:xfrm>
          <a:prstGeom prst="rect">
            <a:avLst/>
          </a:prstGeom>
          <a:solidFill>
            <a:srgbClr val="D5A66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18288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#</a:t>
            </a:r>
            <a:r>
              <a:rPr kumimoji="1" lang="zh-CN" altLang="en-US" sz="12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en-GB" altLang="zh-CN" sz="12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d5a66e</a:t>
            </a:r>
            <a:endParaRPr kumimoji="1" lang="zh-CN" altLang="en-US" sz="1200" kern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-1425889" y="0"/>
            <a:ext cx="1282999" cy="629422"/>
          </a:xfrm>
          <a:prstGeom prst="rect">
            <a:avLst/>
          </a:prstGeom>
          <a:solidFill>
            <a:srgbClr val="E8DFD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1828800" hangingPunct="1">
              <a:defRPr/>
            </a:pPr>
            <a:r>
              <a:rPr kumimoji="1" lang="en-US" altLang="zh-CN" sz="1100" kern="1200" spc="3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#</a:t>
            </a:r>
            <a:r>
              <a:rPr kumimoji="1" lang="en-GB" altLang="zh-CN" sz="1100" kern="1200" dirty="0">
                <a:solidFill>
                  <a:srgbClr val="27272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e8dfd6</a:t>
            </a:r>
            <a:endParaRPr kumimoji="1" lang="zh-CN" altLang="en-US" sz="1100" kern="1200" spc="300" dirty="0">
              <a:solidFill>
                <a:prstClr val="whit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>
            <a:off x="-1425889" y="1258589"/>
            <a:ext cx="1282999" cy="650644"/>
          </a:xfrm>
          <a:prstGeom prst="rect">
            <a:avLst/>
          </a:prstGeom>
          <a:solidFill>
            <a:srgbClr val="27272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1828800" hangingPunct="1">
              <a:defRPr/>
            </a:pPr>
            <a:r>
              <a:rPr kumimoji="1" lang="en-US" altLang="zh-CN" sz="11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#</a:t>
            </a:r>
            <a:r>
              <a:rPr kumimoji="1" lang="zh-CN" altLang="en-US" sz="11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en-GB" altLang="zh-CN" sz="11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272724</a:t>
            </a:r>
            <a:endParaRPr kumimoji="1" lang="zh-CN" altLang="en-US" sz="1100" kern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-1425889" y="1909233"/>
            <a:ext cx="1282999" cy="686938"/>
          </a:xfrm>
          <a:prstGeom prst="rect">
            <a:avLst/>
          </a:prstGeom>
          <a:solidFill>
            <a:srgbClr val="861B2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100" kern="1200" spc="3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#</a:t>
            </a:r>
            <a:r>
              <a:rPr kumimoji="1" lang="en-GB" altLang="zh-CN" sz="11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861b2f</a:t>
            </a:r>
            <a:endParaRPr kumimoji="1" lang="zh-CN" altLang="en-US" sz="1100" kern="1200" spc="300" dirty="0">
              <a:solidFill>
                <a:prstClr val="whit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-1425889" y="629167"/>
            <a:ext cx="1282999" cy="62942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1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#</a:t>
            </a:r>
            <a:r>
              <a:rPr kumimoji="1" lang="en-GB" altLang="zh-CN" sz="11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ffffff</a:t>
            </a:r>
            <a:endParaRPr kumimoji="1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5" name="矩形 44"/>
          <p:cNvSpPr/>
          <p:nvPr userDrawn="1"/>
        </p:nvSpPr>
        <p:spPr>
          <a:xfrm>
            <a:off x="-1425889" y="2596171"/>
            <a:ext cx="1282999" cy="686939"/>
          </a:xfrm>
          <a:prstGeom prst="rect">
            <a:avLst/>
          </a:prstGeom>
          <a:solidFill>
            <a:srgbClr val="D5A66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18288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#</a:t>
            </a:r>
            <a:r>
              <a:rPr kumimoji="1" lang="zh-CN" altLang="en-US" sz="12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en-GB" altLang="zh-CN" sz="1200" kern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d5a66e</a:t>
            </a:r>
            <a:endParaRPr kumimoji="1" lang="zh-CN" altLang="en-US" sz="1200" kern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58621" y="1329404"/>
            <a:ext cx="6053723" cy="58477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奕境汽车用户运营年度策略规划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964523" y="2147011"/>
            <a:ext cx="6533460" cy="6439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/>
              <a:t>2026.04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73776" y="2861635"/>
            <a:ext cx="8129883" cy="708047"/>
          </a:xfrm>
        </p:spPr>
        <p:txBody>
          <a:bodyPr/>
          <a:lstStyle/>
          <a:p>
            <a:r>
              <a:rPr lang="en-US" b="0" dirty="0"/>
              <a:t>XXXXX</a:t>
            </a:r>
            <a:endParaRPr lang="en-US" b="0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973776" y="1557405"/>
            <a:ext cx="8011198" cy="1043609"/>
          </a:xfrm>
        </p:spPr>
        <p:txBody>
          <a:bodyPr/>
          <a:lstStyle/>
          <a:p>
            <a:r>
              <a:rPr lang="en-US" altLang="zh-CN" b="1" dirty="0"/>
              <a:t>XXXX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82063" y="151582"/>
            <a:ext cx="9501525" cy="443962"/>
          </a:xfrm>
          <a:noFill/>
        </p:spPr>
        <p:txBody>
          <a:bodyPr/>
          <a:lstStyle/>
          <a:p>
            <a:r>
              <a:rPr lang="en-US" altLang="zh-CN" dirty="0"/>
              <a:t>XXXX</a:t>
            </a:r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382270" y="907415"/>
            <a:ext cx="11427785" cy="1033165"/>
            <a:chOff x="2999" y="1679"/>
            <a:chExt cx="15599" cy="1627"/>
          </a:xfrm>
        </p:grpSpPr>
        <p:sp>
          <p:nvSpPr>
            <p:cNvPr id="8" name="矩形 7"/>
            <p:cNvSpPr/>
            <p:nvPr/>
          </p:nvSpPr>
          <p:spPr>
            <a:xfrm>
              <a:off x="3166" y="2579"/>
              <a:ext cx="15432" cy="7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XXX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999" y="1679"/>
              <a:ext cx="11885" cy="12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861B2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XXX</a:t>
              </a:r>
              <a:endPara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61B2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内容页">
  <a:themeElements>
    <a:clrScheme name="奕境">
      <a:dk1>
        <a:srgbClr val="000000"/>
      </a:dk1>
      <a:lt1>
        <a:srgbClr val="FFFFFF"/>
      </a:lt1>
      <a:dk2>
        <a:srgbClr val="272724"/>
      </a:dk2>
      <a:lt2>
        <a:srgbClr val="E9DED3"/>
      </a:lt2>
      <a:accent1>
        <a:srgbClr val="E9DED4"/>
      </a:accent1>
      <a:accent2>
        <a:srgbClr val="FEFFFF"/>
      </a:accent2>
      <a:accent3>
        <a:srgbClr val="272724"/>
      </a:accent3>
      <a:accent4>
        <a:srgbClr val="92042C"/>
      </a:accent4>
      <a:accent5>
        <a:srgbClr val="D3AA6E"/>
      </a:accent5>
      <a:accent6>
        <a:srgbClr val="FFD292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WPS 演示</Application>
  <PresentationFormat>宽屏</PresentationFormat>
  <Paragraphs>14</Paragraphs>
  <Slides>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方正兰亭准黑_GBK</vt:lpstr>
      <vt:lpstr>黑体</vt:lpstr>
      <vt:lpstr>微软雅黑 Light</vt:lpstr>
      <vt:lpstr>Calibri Light</vt:lpstr>
      <vt:lpstr>Calibri</vt:lpstr>
      <vt:lpstr>Calibri</vt:lpstr>
      <vt:lpstr>Wingdings</vt:lpstr>
      <vt:lpstr>Arial Unicode MS</vt:lpstr>
      <vt:lpstr>等线</vt:lpstr>
      <vt:lpstr>Office 主题​​</vt:lpstr>
      <vt:lpstr>封面页_图片版 </vt:lpstr>
      <vt:lpstr>内容页</vt:lpstr>
      <vt:lpstr>PowerPoint 演示文稿</vt:lpstr>
      <vt:lpstr>XXXXX</vt:lpstr>
      <vt:lpstr>XXXX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范雨晴 范</dc:creator>
  <cp:lastModifiedBy>WPS_562553944</cp:lastModifiedBy>
  <cp:revision>34</cp:revision>
  <dcterms:created xsi:type="dcterms:W3CDTF">2026-03-27T07:05:00Z</dcterms:created>
  <dcterms:modified xsi:type="dcterms:W3CDTF">2026-04-30T02:14:37Z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3EDDDE2F3BAA42DC84F2D9805F826B11_13</vt:lpwstr>
  </property>
</Properties>
</file>