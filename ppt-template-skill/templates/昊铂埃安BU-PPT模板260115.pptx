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5" r:id="rId3"/>
    <p:sldId id="27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CCD3"/>
    <a:srgbClr val="69E1FA"/>
    <a:srgbClr val="FE5D3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2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36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板 21 副本 8@3x-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92705" y="2820035"/>
            <a:ext cx="75749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标题标题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标题标题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标题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377190"/>
            <a:ext cx="2347595" cy="2597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60090" y="5601335"/>
            <a:ext cx="5918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昊铂埃安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</a:rPr>
              <a:t>2026.01</a:t>
            </a:r>
            <a:endParaRPr 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ource Han Sans CN Bold" panose="020B08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资源 3@2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700" y="377190"/>
            <a:ext cx="2347595" cy="25971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406400" y="760095"/>
            <a:ext cx="11464925" cy="0"/>
          </a:xfrm>
          <a:prstGeom prst="line">
            <a:avLst/>
          </a:prstGeom>
          <a:ln w="12700" cap="flat" cmpd="sng">
            <a:gradFill>
              <a:gsLst>
                <a:gs pos="0">
                  <a:srgbClr val="69E1FA"/>
                </a:gs>
                <a:gs pos="100000">
                  <a:srgbClr val="FE5D37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标题 1"/>
          <p:cNvSpPr txBox="1"/>
          <p:nvPr/>
        </p:nvSpPr>
        <p:spPr>
          <a:xfrm>
            <a:off x="401053" y="401137"/>
            <a:ext cx="10952747" cy="369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000" b="1" kern="1200" spc="300" dirty="0">
                <a:solidFill>
                  <a:srgbClr val="173846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300" normalizeH="0" baseline="0" noProof="0" dirty="0">
                <a:ln>
                  <a:noFill/>
                </a:ln>
                <a:solidFill>
                  <a:srgbClr val="173846"/>
                </a:solidFill>
                <a:effectLst/>
                <a:uLnTx/>
                <a:uFillTx/>
                <a:cs typeface="微软雅黑" panose="020B0503020204020204" charset="-122"/>
              </a:rPr>
              <a:t>标题标题标题</a:t>
            </a:r>
            <a:endParaRPr kumimoji="1" lang="zh-CN" altLang="en-US" sz="2000" b="1" i="0" u="none" strike="noStrike" kern="1200" cap="none" spc="300" normalizeH="0" baseline="0" noProof="0" dirty="0">
              <a:ln>
                <a:noFill/>
              </a:ln>
              <a:solidFill>
                <a:srgbClr val="173846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画板 21 副本 9@3x-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0"/>
            <a:ext cx="1219009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36900" y="2829560"/>
            <a:ext cx="5918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</a:rPr>
              <a:t>THANKS</a:t>
            </a:r>
            <a:endParaRPr lang="en-US" sz="7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Source Han Sans CN Bold" panose="020B0800000000000000" charset="-122"/>
            </a:endParaRPr>
          </a:p>
        </p:txBody>
      </p:sp>
      <p:pic>
        <p:nvPicPr>
          <p:cNvPr id="2" name="图片 1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377190"/>
            <a:ext cx="2347595" cy="2597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演示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Source Han Sans CN Bold</vt:lpstr>
      <vt:lpstr>微软雅黑 Light</vt:lpstr>
      <vt:lpstr>Arial Unicode MS</vt:lpstr>
      <vt:lpstr>苹方-简</vt:lpstr>
      <vt:lpstr>Segoe Print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179</cp:revision>
  <dcterms:created xsi:type="dcterms:W3CDTF">2026-01-14T08:03:00Z</dcterms:created>
  <dcterms:modified xsi:type="dcterms:W3CDTF">2026-04-30T06:45:32Z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AD08600C3C7644D994A74BB7C7F2C8C0_13</vt:lpwstr>
  </property>
</Properties>
</file>