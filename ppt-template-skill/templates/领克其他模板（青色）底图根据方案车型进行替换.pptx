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80" r:id="rId4"/>
  </p:sldMasterIdLst>
  <p:notesMasterIdLst>
    <p:notesMasterId r:id="rId6"/>
  </p:notesMasterIdLst>
  <p:sldIdLst>
    <p:sldId id="263" r:id="rId5"/>
    <p:sldId id="264" r:id="rId7"/>
    <p:sldId id="2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7316F-FA11-4FB5-A8FA-BE74215969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527316F-FA11-4FB5-A8FA-BE74215969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image" Target="../media/image2.png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8" Type="http://schemas.openxmlformats.org/officeDocument/2006/relationships/tags" Target="../tags/tag50.xml"/><Relationship Id="rId27" Type="http://schemas.openxmlformats.org/officeDocument/2006/relationships/tags" Target="../tags/tag49.xml"/><Relationship Id="rId26" Type="http://schemas.openxmlformats.org/officeDocument/2006/relationships/tags" Target="../tags/tag48.xml"/><Relationship Id="rId25" Type="http://schemas.openxmlformats.org/officeDocument/2006/relationships/tags" Target="../tags/tag47.xml"/><Relationship Id="rId24" Type="http://schemas.openxmlformats.org/officeDocument/2006/relationships/tags" Target="../tags/tag46.xml"/><Relationship Id="rId23" Type="http://schemas.openxmlformats.org/officeDocument/2006/relationships/tags" Target="../tags/tag45.xml"/><Relationship Id="rId22" Type="http://schemas.openxmlformats.org/officeDocument/2006/relationships/tags" Target="../tags/tag44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5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image" Target="../media/image3.png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0" Type="http://schemas.openxmlformats.org/officeDocument/2006/relationships/tags" Target="../tags/tag77.xml"/><Relationship Id="rId3" Type="http://schemas.openxmlformats.org/officeDocument/2006/relationships/tags" Target="../tags/tag52.xml"/><Relationship Id="rId29" Type="http://schemas.openxmlformats.org/officeDocument/2006/relationships/tags" Target="../tags/tag76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51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image" Target="../media/image3.png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8" Type="http://schemas.openxmlformats.org/officeDocument/2006/relationships/tags" Target="../tags/tag103.xml"/><Relationship Id="rId27" Type="http://schemas.openxmlformats.org/officeDocument/2006/relationships/tags" Target="../tags/tag102.xml"/><Relationship Id="rId26" Type="http://schemas.openxmlformats.org/officeDocument/2006/relationships/tags" Target="../tags/tag101.xml"/><Relationship Id="rId25" Type="http://schemas.openxmlformats.org/officeDocument/2006/relationships/tags" Target="../tags/tag100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78.xml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image" Target="../media/image3.png"/><Relationship Id="rId3" Type="http://schemas.openxmlformats.org/officeDocument/2006/relationships/tags" Target="../tags/tag105.xml"/><Relationship Id="rId24" Type="http://schemas.openxmlformats.org/officeDocument/2006/relationships/tags" Target="../tags/tag125.xml"/><Relationship Id="rId23" Type="http://schemas.openxmlformats.org/officeDocument/2006/relationships/tags" Target="../tags/tag124.xml"/><Relationship Id="rId22" Type="http://schemas.openxmlformats.org/officeDocument/2006/relationships/tags" Target="../tags/tag123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4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image" Target="../media/image1.png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7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image" Target="../media/image2.png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8" Type="http://schemas.openxmlformats.org/officeDocument/2006/relationships/tags" Target="../tags/tag176.xml"/><Relationship Id="rId27" Type="http://schemas.openxmlformats.org/officeDocument/2006/relationships/tags" Target="../tags/tag175.xml"/><Relationship Id="rId26" Type="http://schemas.openxmlformats.org/officeDocument/2006/relationships/tags" Target="../tags/tag174.xml"/><Relationship Id="rId25" Type="http://schemas.openxmlformats.org/officeDocument/2006/relationships/tags" Target="../tags/tag173.xml"/><Relationship Id="rId24" Type="http://schemas.openxmlformats.org/officeDocument/2006/relationships/tags" Target="../tags/tag172.xml"/><Relationship Id="rId23" Type="http://schemas.openxmlformats.org/officeDocument/2006/relationships/tags" Target="../tags/tag171.xml"/><Relationship Id="rId22" Type="http://schemas.openxmlformats.org/officeDocument/2006/relationships/tags" Target="../tags/tag170.xml"/><Relationship Id="rId21" Type="http://schemas.openxmlformats.org/officeDocument/2006/relationships/tags" Target="../tags/tag169.xml"/><Relationship Id="rId20" Type="http://schemas.openxmlformats.org/officeDocument/2006/relationships/tags" Target="../tags/tag168.xml"/><Relationship Id="rId2" Type="http://schemas.openxmlformats.org/officeDocument/2006/relationships/tags" Target="../tags/tag151.xml"/><Relationship Id="rId19" Type="http://schemas.openxmlformats.org/officeDocument/2006/relationships/tags" Target="../tags/tag167.xml"/><Relationship Id="rId18" Type="http://schemas.openxmlformats.org/officeDocument/2006/relationships/tags" Target="../tags/tag166.xml"/><Relationship Id="rId17" Type="http://schemas.openxmlformats.org/officeDocument/2006/relationships/tags" Target="../tags/tag165.xml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5" Type="http://schemas.openxmlformats.org/officeDocument/2006/relationships/tags" Target="../tags/tag200.xml"/><Relationship Id="rId24" Type="http://schemas.openxmlformats.org/officeDocument/2006/relationships/tags" Target="../tags/tag199.xml"/><Relationship Id="rId23" Type="http://schemas.openxmlformats.org/officeDocument/2006/relationships/tags" Target="../tags/tag198.xml"/><Relationship Id="rId22" Type="http://schemas.openxmlformats.org/officeDocument/2006/relationships/tags" Target="../tags/tag197.xml"/><Relationship Id="rId21" Type="http://schemas.openxmlformats.org/officeDocument/2006/relationships/tags" Target="../tags/tag196.xml"/><Relationship Id="rId20" Type="http://schemas.openxmlformats.org/officeDocument/2006/relationships/tags" Target="../tags/tag195.xml"/><Relationship Id="rId2" Type="http://schemas.openxmlformats.org/officeDocument/2006/relationships/tags" Target="../tags/tag177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tags" Target="../tags/tag191.xml"/><Relationship Id="rId15" Type="http://schemas.openxmlformats.org/officeDocument/2006/relationships/tags" Target="../tags/tag190.xml"/><Relationship Id="rId14" Type="http://schemas.openxmlformats.org/officeDocument/2006/relationships/tags" Target="../tags/tag189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image" Target="../media/image2.png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8" Type="http://schemas.openxmlformats.org/officeDocument/2006/relationships/tags" Target="../tags/tag226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1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5" Type="http://schemas.openxmlformats.org/officeDocument/2006/relationships/tags" Target="../tags/tag250.xml"/><Relationship Id="rId24" Type="http://schemas.openxmlformats.org/officeDocument/2006/relationships/tags" Target="../tags/tag249.xml"/><Relationship Id="rId23" Type="http://schemas.openxmlformats.org/officeDocument/2006/relationships/tags" Target="../tags/tag248.xml"/><Relationship Id="rId22" Type="http://schemas.openxmlformats.org/officeDocument/2006/relationships/tags" Target="../tags/tag247.xml"/><Relationship Id="rId21" Type="http://schemas.openxmlformats.org/officeDocument/2006/relationships/tags" Target="../tags/tag246.xml"/><Relationship Id="rId20" Type="http://schemas.openxmlformats.org/officeDocument/2006/relationships/tags" Target="../tags/tag245.xml"/><Relationship Id="rId2" Type="http://schemas.openxmlformats.org/officeDocument/2006/relationships/tags" Target="../tags/tag227.xml"/><Relationship Id="rId19" Type="http://schemas.openxmlformats.org/officeDocument/2006/relationships/tags" Target="../tags/tag244.xml"/><Relationship Id="rId18" Type="http://schemas.openxmlformats.org/officeDocument/2006/relationships/tags" Target="../tags/tag243.xml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image" Target="../media/image2.png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8" Type="http://schemas.openxmlformats.org/officeDocument/2006/relationships/tags" Target="../tags/tag276.xml"/><Relationship Id="rId27" Type="http://schemas.openxmlformats.org/officeDocument/2006/relationships/tags" Target="../tags/tag275.xml"/><Relationship Id="rId26" Type="http://schemas.openxmlformats.org/officeDocument/2006/relationships/tags" Target="../tags/tag274.xml"/><Relationship Id="rId25" Type="http://schemas.openxmlformats.org/officeDocument/2006/relationships/tags" Target="../tags/tag273.xml"/><Relationship Id="rId24" Type="http://schemas.openxmlformats.org/officeDocument/2006/relationships/tags" Target="../tags/tag272.xml"/><Relationship Id="rId23" Type="http://schemas.openxmlformats.org/officeDocument/2006/relationships/tags" Target="../tags/tag271.xml"/><Relationship Id="rId22" Type="http://schemas.openxmlformats.org/officeDocument/2006/relationships/tags" Target="../tags/tag270.xml"/><Relationship Id="rId21" Type="http://schemas.openxmlformats.org/officeDocument/2006/relationships/tags" Target="../tags/tag269.xml"/><Relationship Id="rId20" Type="http://schemas.openxmlformats.org/officeDocument/2006/relationships/tags" Target="../tags/tag268.xml"/><Relationship Id="rId2" Type="http://schemas.openxmlformats.org/officeDocument/2006/relationships/tags" Target="../tags/tag251.xml"/><Relationship Id="rId19" Type="http://schemas.openxmlformats.org/officeDocument/2006/relationships/tags" Target="../tags/tag267.xml"/><Relationship Id="rId18" Type="http://schemas.openxmlformats.org/officeDocument/2006/relationships/tags" Target="../tags/tag266.xml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5" Type="http://schemas.openxmlformats.org/officeDocument/2006/relationships/tags" Target="../tags/tag300.xml"/><Relationship Id="rId24" Type="http://schemas.openxmlformats.org/officeDocument/2006/relationships/tags" Target="../tags/tag299.xml"/><Relationship Id="rId23" Type="http://schemas.openxmlformats.org/officeDocument/2006/relationships/tags" Target="../tags/tag298.xml"/><Relationship Id="rId22" Type="http://schemas.openxmlformats.org/officeDocument/2006/relationships/tags" Target="../tags/tag297.xml"/><Relationship Id="rId21" Type="http://schemas.openxmlformats.org/officeDocument/2006/relationships/tags" Target="../tags/tag296.xml"/><Relationship Id="rId20" Type="http://schemas.openxmlformats.org/officeDocument/2006/relationships/tags" Target="../tags/tag295.xml"/><Relationship Id="rId2" Type="http://schemas.openxmlformats.org/officeDocument/2006/relationships/tags" Target="../tags/tag277.xml"/><Relationship Id="rId19" Type="http://schemas.openxmlformats.org/officeDocument/2006/relationships/tags" Target="../tags/tag294.xml"/><Relationship Id="rId18" Type="http://schemas.openxmlformats.org/officeDocument/2006/relationships/tags" Target="../tags/tag293.xml"/><Relationship Id="rId17" Type="http://schemas.openxmlformats.org/officeDocument/2006/relationships/tags" Target="../tags/tag292.xml"/><Relationship Id="rId16" Type="http://schemas.openxmlformats.org/officeDocument/2006/relationships/tags" Target="../tags/tag291.xml"/><Relationship Id="rId15" Type="http://schemas.openxmlformats.org/officeDocument/2006/relationships/tags" Target="../tags/tag290.xml"/><Relationship Id="rId14" Type="http://schemas.openxmlformats.org/officeDocument/2006/relationships/tags" Target="../tags/tag289.xml"/><Relationship Id="rId13" Type="http://schemas.openxmlformats.org/officeDocument/2006/relationships/tags" Target="../tags/tag288.xml"/><Relationship Id="rId12" Type="http://schemas.openxmlformats.org/officeDocument/2006/relationships/tags" Target="../tags/tag287.xml"/><Relationship Id="rId11" Type="http://schemas.openxmlformats.org/officeDocument/2006/relationships/tags" Target="../tags/tag286.xml"/><Relationship Id="rId10" Type="http://schemas.openxmlformats.org/officeDocument/2006/relationships/tags" Target="../tags/tag28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image" Target="../media/image3.png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2" Type="http://schemas.openxmlformats.org/officeDocument/2006/relationships/tags" Target="../tags/tag310.xml"/><Relationship Id="rId11" Type="http://schemas.openxmlformats.org/officeDocument/2006/relationships/tags" Target="../tags/tag309.xml"/><Relationship Id="rId10" Type="http://schemas.openxmlformats.org/officeDocument/2006/relationships/tags" Target="../tags/tag30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image" Target="../media/image2.png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tags" Target="../tags/tag319.xml"/><Relationship Id="rId5" Type="http://schemas.openxmlformats.org/officeDocument/2006/relationships/tags" Target="../tags/tag318.xml"/><Relationship Id="rId4" Type="http://schemas.openxmlformats.org/officeDocument/2006/relationships/image" Target="../media/image4.png"/><Relationship Id="rId3" Type="http://schemas.openxmlformats.org/officeDocument/2006/relationships/tags" Target="../tags/tag317.xml"/><Relationship Id="rId26" Type="http://schemas.openxmlformats.org/officeDocument/2006/relationships/tags" Target="../tags/tag339.xml"/><Relationship Id="rId25" Type="http://schemas.openxmlformats.org/officeDocument/2006/relationships/tags" Target="../tags/tag338.xml"/><Relationship Id="rId24" Type="http://schemas.openxmlformats.org/officeDocument/2006/relationships/tags" Target="../tags/tag337.xml"/><Relationship Id="rId23" Type="http://schemas.openxmlformats.org/officeDocument/2006/relationships/tags" Target="../tags/tag336.xml"/><Relationship Id="rId22" Type="http://schemas.openxmlformats.org/officeDocument/2006/relationships/tags" Target="../tags/tag335.xml"/><Relationship Id="rId21" Type="http://schemas.openxmlformats.org/officeDocument/2006/relationships/tags" Target="../tags/tag334.xml"/><Relationship Id="rId20" Type="http://schemas.openxmlformats.org/officeDocument/2006/relationships/tags" Target="../tags/tag333.xml"/><Relationship Id="rId2" Type="http://schemas.openxmlformats.org/officeDocument/2006/relationships/tags" Target="../tags/tag316.xml"/><Relationship Id="rId19" Type="http://schemas.openxmlformats.org/officeDocument/2006/relationships/tags" Target="../tags/tag332.xml"/><Relationship Id="rId18" Type="http://schemas.openxmlformats.org/officeDocument/2006/relationships/tags" Target="../tags/tag331.xml"/><Relationship Id="rId17" Type="http://schemas.openxmlformats.org/officeDocument/2006/relationships/tags" Target="../tags/tag330.xml"/><Relationship Id="rId16" Type="http://schemas.openxmlformats.org/officeDocument/2006/relationships/tags" Target="../tags/tag329.xml"/><Relationship Id="rId15" Type="http://schemas.openxmlformats.org/officeDocument/2006/relationships/tags" Target="../tags/tag328.xml"/><Relationship Id="rId14" Type="http://schemas.openxmlformats.org/officeDocument/2006/relationships/tags" Target="../tags/tag327.xml"/><Relationship Id="rId13" Type="http://schemas.openxmlformats.org/officeDocument/2006/relationships/tags" Target="../tags/tag326.xml"/><Relationship Id="rId12" Type="http://schemas.openxmlformats.org/officeDocument/2006/relationships/tags" Target="../tags/tag325.xml"/><Relationship Id="rId11" Type="http://schemas.openxmlformats.org/officeDocument/2006/relationships/tags" Target="../tags/tag324.xml"/><Relationship Id="rId10" Type="http://schemas.openxmlformats.org/officeDocument/2006/relationships/tags" Target="../tags/tag32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1" Type="http://schemas.openxmlformats.org/officeDocument/2006/relationships/tags" Target="../tags/tag368.xml"/><Relationship Id="rId30" Type="http://schemas.openxmlformats.org/officeDocument/2006/relationships/tags" Target="../tags/tag367.xml"/><Relationship Id="rId3" Type="http://schemas.openxmlformats.org/officeDocument/2006/relationships/tags" Target="../tags/tag341.xml"/><Relationship Id="rId29" Type="http://schemas.openxmlformats.org/officeDocument/2006/relationships/tags" Target="../tags/tag366.xml"/><Relationship Id="rId28" Type="http://schemas.openxmlformats.org/officeDocument/2006/relationships/tags" Target="../tags/tag365.xml"/><Relationship Id="rId27" Type="http://schemas.openxmlformats.org/officeDocument/2006/relationships/tags" Target="../tags/tag364.xml"/><Relationship Id="rId26" Type="http://schemas.openxmlformats.org/officeDocument/2006/relationships/tags" Target="../tags/tag363.xml"/><Relationship Id="rId25" Type="http://schemas.openxmlformats.org/officeDocument/2006/relationships/tags" Target="../tags/tag362.xml"/><Relationship Id="rId24" Type="http://schemas.openxmlformats.org/officeDocument/2006/relationships/tags" Target="../tags/tag361.xml"/><Relationship Id="rId23" Type="http://schemas.openxmlformats.org/officeDocument/2006/relationships/tags" Target="../tags/tag360.xml"/><Relationship Id="rId22" Type="http://schemas.openxmlformats.org/officeDocument/2006/relationships/tags" Target="../tags/tag359.xml"/><Relationship Id="rId21" Type="http://schemas.openxmlformats.org/officeDocument/2006/relationships/tags" Target="../tags/tag358.xml"/><Relationship Id="rId20" Type="http://schemas.openxmlformats.org/officeDocument/2006/relationships/tags" Target="../tags/tag357.xml"/><Relationship Id="rId2" Type="http://schemas.openxmlformats.org/officeDocument/2006/relationships/tags" Target="../tags/tag340.xml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image" Target="../media/image3.png"/><Relationship Id="rId4" Type="http://schemas.openxmlformats.org/officeDocument/2006/relationships/tags" Target="../tags/tag371.xml"/><Relationship Id="rId3" Type="http://schemas.openxmlformats.org/officeDocument/2006/relationships/tags" Target="../tags/tag370.xml"/><Relationship Id="rId28" Type="http://schemas.openxmlformats.org/officeDocument/2006/relationships/tags" Target="../tags/tag394.xml"/><Relationship Id="rId27" Type="http://schemas.openxmlformats.org/officeDocument/2006/relationships/tags" Target="../tags/tag393.xml"/><Relationship Id="rId26" Type="http://schemas.openxmlformats.org/officeDocument/2006/relationships/tags" Target="../tags/tag392.xml"/><Relationship Id="rId25" Type="http://schemas.openxmlformats.org/officeDocument/2006/relationships/tags" Target="../tags/tag391.xml"/><Relationship Id="rId24" Type="http://schemas.openxmlformats.org/officeDocument/2006/relationships/tags" Target="../tags/tag390.xml"/><Relationship Id="rId23" Type="http://schemas.openxmlformats.org/officeDocument/2006/relationships/tags" Target="../tags/tag389.xml"/><Relationship Id="rId22" Type="http://schemas.openxmlformats.org/officeDocument/2006/relationships/tags" Target="../tags/tag388.xml"/><Relationship Id="rId21" Type="http://schemas.openxmlformats.org/officeDocument/2006/relationships/tags" Target="../tags/tag387.xml"/><Relationship Id="rId20" Type="http://schemas.openxmlformats.org/officeDocument/2006/relationships/tags" Target="../tags/tag386.xml"/><Relationship Id="rId2" Type="http://schemas.openxmlformats.org/officeDocument/2006/relationships/tags" Target="../tags/tag369.xml"/><Relationship Id="rId19" Type="http://schemas.openxmlformats.org/officeDocument/2006/relationships/tags" Target="../tags/tag385.xml"/><Relationship Id="rId18" Type="http://schemas.openxmlformats.org/officeDocument/2006/relationships/tags" Target="../tags/tag384.xml"/><Relationship Id="rId17" Type="http://schemas.openxmlformats.org/officeDocument/2006/relationships/tags" Target="../tags/tag383.xml"/><Relationship Id="rId16" Type="http://schemas.openxmlformats.org/officeDocument/2006/relationships/tags" Target="../tags/tag382.xml"/><Relationship Id="rId15" Type="http://schemas.openxmlformats.org/officeDocument/2006/relationships/tags" Target="../tags/tag381.xml"/><Relationship Id="rId14" Type="http://schemas.openxmlformats.org/officeDocument/2006/relationships/tags" Target="../tags/tag380.xml"/><Relationship Id="rId13" Type="http://schemas.openxmlformats.org/officeDocument/2006/relationships/tags" Target="../tags/tag379.xml"/><Relationship Id="rId12" Type="http://schemas.openxmlformats.org/officeDocument/2006/relationships/tags" Target="../tags/tag378.xml"/><Relationship Id="rId11" Type="http://schemas.openxmlformats.org/officeDocument/2006/relationships/tags" Target="../tags/tag377.xml"/><Relationship Id="rId10" Type="http://schemas.openxmlformats.org/officeDocument/2006/relationships/tags" Target="../tags/tag37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402.xml"/><Relationship Id="rId8" Type="http://schemas.openxmlformats.org/officeDocument/2006/relationships/tags" Target="../tags/tag401.xml"/><Relationship Id="rId7" Type="http://schemas.openxmlformats.org/officeDocument/2006/relationships/tags" Target="../tags/tag400.xml"/><Relationship Id="rId6" Type="http://schemas.openxmlformats.org/officeDocument/2006/relationships/tags" Target="../tags/tag399.xml"/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31" Type="http://schemas.openxmlformats.org/officeDocument/2006/relationships/tags" Target="../tags/tag423.xml"/><Relationship Id="rId30" Type="http://schemas.openxmlformats.org/officeDocument/2006/relationships/tags" Target="../tags/tag422.xml"/><Relationship Id="rId3" Type="http://schemas.openxmlformats.org/officeDocument/2006/relationships/tags" Target="../tags/tag396.xml"/><Relationship Id="rId29" Type="http://schemas.openxmlformats.org/officeDocument/2006/relationships/tags" Target="../tags/tag421.xml"/><Relationship Id="rId28" Type="http://schemas.openxmlformats.org/officeDocument/2006/relationships/tags" Target="../tags/tag420.xml"/><Relationship Id="rId27" Type="http://schemas.openxmlformats.org/officeDocument/2006/relationships/tags" Target="../tags/tag419.xml"/><Relationship Id="rId26" Type="http://schemas.openxmlformats.org/officeDocument/2006/relationships/tags" Target="../tags/tag418.xml"/><Relationship Id="rId25" Type="http://schemas.openxmlformats.org/officeDocument/2006/relationships/tags" Target="../tags/tag417.xml"/><Relationship Id="rId24" Type="http://schemas.openxmlformats.org/officeDocument/2006/relationships/tags" Target="../tags/tag416.xml"/><Relationship Id="rId23" Type="http://schemas.openxmlformats.org/officeDocument/2006/relationships/tags" Target="../tags/tag415.xml"/><Relationship Id="rId22" Type="http://schemas.openxmlformats.org/officeDocument/2006/relationships/tags" Target="../tags/tag414.xml"/><Relationship Id="rId21" Type="http://schemas.openxmlformats.org/officeDocument/2006/relationships/tags" Target="../tags/tag413.xml"/><Relationship Id="rId20" Type="http://schemas.openxmlformats.org/officeDocument/2006/relationships/tags" Target="../tags/tag412.xml"/><Relationship Id="rId2" Type="http://schemas.openxmlformats.org/officeDocument/2006/relationships/tags" Target="../tags/tag395.xml"/><Relationship Id="rId19" Type="http://schemas.openxmlformats.org/officeDocument/2006/relationships/tags" Target="../tags/tag411.xml"/><Relationship Id="rId18" Type="http://schemas.openxmlformats.org/officeDocument/2006/relationships/tags" Target="../tags/tag410.xml"/><Relationship Id="rId17" Type="http://schemas.openxmlformats.org/officeDocument/2006/relationships/tags" Target="../tags/tag409.xml"/><Relationship Id="rId16" Type="http://schemas.openxmlformats.org/officeDocument/2006/relationships/tags" Target="../tags/tag408.xml"/><Relationship Id="rId15" Type="http://schemas.openxmlformats.org/officeDocument/2006/relationships/tags" Target="../tags/tag407.xml"/><Relationship Id="rId14" Type="http://schemas.openxmlformats.org/officeDocument/2006/relationships/tags" Target="../tags/tag406.xml"/><Relationship Id="rId13" Type="http://schemas.openxmlformats.org/officeDocument/2006/relationships/tags" Target="../tags/tag405.xml"/><Relationship Id="rId12" Type="http://schemas.openxmlformats.org/officeDocument/2006/relationships/tags" Target="../tags/tag404.xml"/><Relationship Id="rId11" Type="http://schemas.openxmlformats.org/officeDocument/2006/relationships/tags" Target="../tags/tag403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image" Target="../media/image3.png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8" Type="http://schemas.openxmlformats.org/officeDocument/2006/relationships/tags" Target="../tags/tag449.xml"/><Relationship Id="rId27" Type="http://schemas.openxmlformats.org/officeDocument/2006/relationships/tags" Target="../tags/tag448.xml"/><Relationship Id="rId26" Type="http://schemas.openxmlformats.org/officeDocument/2006/relationships/tags" Target="../tags/tag447.xml"/><Relationship Id="rId25" Type="http://schemas.openxmlformats.org/officeDocument/2006/relationships/tags" Target="../tags/tag446.xml"/><Relationship Id="rId24" Type="http://schemas.openxmlformats.org/officeDocument/2006/relationships/tags" Target="../tags/tag445.xml"/><Relationship Id="rId23" Type="http://schemas.openxmlformats.org/officeDocument/2006/relationships/tags" Target="../tags/tag444.xml"/><Relationship Id="rId22" Type="http://schemas.openxmlformats.org/officeDocument/2006/relationships/tags" Target="../tags/tag443.xml"/><Relationship Id="rId21" Type="http://schemas.openxmlformats.org/officeDocument/2006/relationships/tags" Target="../tags/tag442.xml"/><Relationship Id="rId20" Type="http://schemas.openxmlformats.org/officeDocument/2006/relationships/tags" Target="../tags/tag441.xml"/><Relationship Id="rId2" Type="http://schemas.openxmlformats.org/officeDocument/2006/relationships/tags" Target="../tags/tag424.xml"/><Relationship Id="rId19" Type="http://schemas.openxmlformats.org/officeDocument/2006/relationships/tags" Target="../tags/tag440.xml"/><Relationship Id="rId18" Type="http://schemas.openxmlformats.org/officeDocument/2006/relationships/tags" Target="../tags/tag439.xml"/><Relationship Id="rId17" Type="http://schemas.openxmlformats.org/officeDocument/2006/relationships/tags" Target="../tags/tag438.xml"/><Relationship Id="rId16" Type="http://schemas.openxmlformats.org/officeDocument/2006/relationships/tags" Target="../tags/tag437.xml"/><Relationship Id="rId15" Type="http://schemas.openxmlformats.org/officeDocument/2006/relationships/tags" Target="../tags/tag436.xml"/><Relationship Id="rId14" Type="http://schemas.openxmlformats.org/officeDocument/2006/relationships/tags" Target="../tags/tag435.xml"/><Relationship Id="rId13" Type="http://schemas.openxmlformats.org/officeDocument/2006/relationships/tags" Target="../tags/tag434.xml"/><Relationship Id="rId12" Type="http://schemas.openxmlformats.org/officeDocument/2006/relationships/tags" Target="../tags/tag433.xml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457.xml"/><Relationship Id="rId8" Type="http://schemas.openxmlformats.org/officeDocument/2006/relationships/tags" Target="../tags/tag456.xml"/><Relationship Id="rId7" Type="http://schemas.openxmlformats.org/officeDocument/2006/relationships/tags" Target="../tags/tag455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Relationship Id="rId31" Type="http://schemas.openxmlformats.org/officeDocument/2006/relationships/tags" Target="../tags/tag478.xml"/><Relationship Id="rId30" Type="http://schemas.openxmlformats.org/officeDocument/2006/relationships/tags" Target="../tags/tag477.xml"/><Relationship Id="rId3" Type="http://schemas.openxmlformats.org/officeDocument/2006/relationships/tags" Target="../tags/tag451.xml"/><Relationship Id="rId29" Type="http://schemas.openxmlformats.org/officeDocument/2006/relationships/tags" Target="../tags/tag476.xml"/><Relationship Id="rId28" Type="http://schemas.openxmlformats.org/officeDocument/2006/relationships/tags" Target="../tags/tag475.xml"/><Relationship Id="rId27" Type="http://schemas.openxmlformats.org/officeDocument/2006/relationships/tags" Target="../tags/tag474.xml"/><Relationship Id="rId26" Type="http://schemas.openxmlformats.org/officeDocument/2006/relationships/tags" Target="../tags/tag473.xml"/><Relationship Id="rId25" Type="http://schemas.openxmlformats.org/officeDocument/2006/relationships/tags" Target="../tags/tag472.xml"/><Relationship Id="rId24" Type="http://schemas.openxmlformats.org/officeDocument/2006/relationships/tags" Target="../tags/tag471.xml"/><Relationship Id="rId23" Type="http://schemas.openxmlformats.org/officeDocument/2006/relationships/tags" Target="../tags/tag470.xml"/><Relationship Id="rId22" Type="http://schemas.openxmlformats.org/officeDocument/2006/relationships/tags" Target="../tags/tag469.xml"/><Relationship Id="rId21" Type="http://schemas.openxmlformats.org/officeDocument/2006/relationships/tags" Target="../tags/tag468.xml"/><Relationship Id="rId20" Type="http://schemas.openxmlformats.org/officeDocument/2006/relationships/tags" Target="../tags/tag467.xml"/><Relationship Id="rId2" Type="http://schemas.openxmlformats.org/officeDocument/2006/relationships/tags" Target="../tags/tag450.xml"/><Relationship Id="rId19" Type="http://schemas.openxmlformats.org/officeDocument/2006/relationships/tags" Target="../tags/tag466.xml"/><Relationship Id="rId18" Type="http://schemas.openxmlformats.org/officeDocument/2006/relationships/tags" Target="../tags/tag465.xml"/><Relationship Id="rId17" Type="http://schemas.openxmlformats.org/officeDocument/2006/relationships/tags" Target="../tags/tag464.xml"/><Relationship Id="rId16" Type="http://schemas.openxmlformats.org/officeDocument/2006/relationships/tags" Target="../tags/tag463.xml"/><Relationship Id="rId15" Type="http://schemas.openxmlformats.org/officeDocument/2006/relationships/tags" Target="../tags/tag462.xml"/><Relationship Id="rId14" Type="http://schemas.openxmlformats.org/officeDocument/2006/relationships/tags" Target="../tags/tag461.xml"/><Relationship Id="rId13" Type="http://schemas.openxmlformats.org/officeDocument/2006/relationships/tags" Target="../tags/tag460.xml"/><Relationship Id="rId12" Type="http://schemas.openxmlformats.org/officeDocument/2006/relationships/tags" Target="../tags/tag459.xml"/><Relationship Id="rId11" Type="http://schemas.openxmlformats.org/officeDocument/2006/relationships/tags" Target="../tags/tag458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485.xml"/><Relationship Id="rId8" Type="http://schemas.openxmlformats.org/officeDocument/2006/relationships/tags" Target="../tags/tag484.xml"/><Relationship Id="rId7" Type="http://schemas.openxmlformats.org/officeDocument/2006/relationships/tags" Target="../tags/tag483.xml"/><Relationship Id="rId6" Type="http://schemas.openxmlformats.org/officeDocument/2006/relationships/tags" Target="../tags/tag482.xml"/><Relationship Id="rId5" Type="http://schemas.openxmlformats.org/officeDocument/2006/relationships/image" Target="../media/image3.png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8" Type="http://schemas.openxmlformats.org/officeDocument/2006/relationships/tags" Target="../tags/tag504.xml"/><Relationship Id="rId27" Type="http://schemas.openxmlformats.org/officeDocument/2006/relationships/tags" Target="../tags/tag503.xml"/><Relationship Id="rId26" Type="http://schemas.openxmlformats.org/officeDocument/2006/relationships/tags" Target="../tags/tag502.xml"/><Relationship Id="rId25" Type="http://schemas.openxmlformats.org/officeDocument/2006/relationships/tags" Target="../tags/tag501.xml"/><Relationship Id="rId24" Type="http://schemas.openxmlformats.org/officeDocument/2006/relationships/tags" Target="../tags/tag500.xml"/><Relationship Id="rId23" Type="http://schemas.openxmlformats.org/officeDocument/2006/relationships/tags" Target="../tags/tag499.xml"/><Relationship Id="rId22" Type="http://schemas.openxmlformats.org/officeDocument/2006/relationships/tags" Target="../tags/tag498.xml"/><Relationship Id="rId21" Type="http://schemas.openxmlformats.org/officeDocument/2006/relationships/tags" Target="../tags/tag497.xml"/><Relationship Id="rId20" Type="http://schemas.openxmlformats.org/officeDocument/2006/relationships/tags" Target="../tags/tag496.xml"/><Relationship Id="rId2" Type="http://schemas.openxmlformats.org/officeDocument/2006/relationships/tags" Target="../tags/tag479.xml"/><Relationship Id="rId19" Type="http://schemas.openxmlformats.org/officeDocument/2006/relationships/tags" Target="../tags/tag495.xml"/><Relationship Id="rId18" Type="http://schemas.openxmlformats.org/officeDocument/2006/relationships/tags" Target="../tags/tag494.xml"/><Relationship Id="rId17" Type="http://schemas.openxmlformats.org/officeDocument/2006/relationships/tags" Target="../tags/tag493.xml"/><Relationship Id="rId16" Type="http://schemas.openxmlformats.org/officeDocument/2006/relationships/tags" Target="../tags/tag492.xml"/><Relationship Id="rId15" Type="http://schemas.openxmlformats.org/officeDocument/2006/relationships/tags" Target="../tags/tag491.xml"/><Relationship Id="rId14" Type="http://schemas.openxmlformats.org/officeDocument/2006/relationships/tags" Target="../tags/tag490.xml"/><Relationship Id="rId13" Type="http://schemas.openxmlformats.org/officeDocument/2006/relationships/tags" Target="../tags/tag489.xml"/><Relationship Id="rId12" Type="http://schemas.openxmlformats.org/officeDocument/2006/relationships/tags" Target="../tags/tag488.xml"/><Relationship Id="rId11" Type="http://schemas.openxmlformats.org/officeDocument/2006/relationships/tags" Target="../tags/tag487.xml"/><Relationship Id="rId10" Type="http://schemas.openxmlformats.org/officeDocument/2006/relationships/tags" Target="../tags/tag48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511.xml"/><Relationship Id="rId8" Type="http://schemas.openxmlformats.org/officeDocument/2006/relationships/tags" Target="../tags/tag510.xml"/><Relationship Id="rId7" Type="http://schemas.openxmlformats.org/officeDocument/2006/relationships/tags" Target="../tags/tag509.xml"/><Relationship Id="rId6" Type="http://schemas.openxmlformats.org/officeDocument/2006/relationships/tags" Target="../tags/tag508.xml"/><Relationship Id="rId5" Type="http://schemas.openxmlformats.org/officeDocument/2006/relationships/tags" Target="../tags/tag507.xml"/><Relationship Id="rId4" Type="http://schemas.openxmlformats.org/officeDocument/2006/relationships/image" Target="../media/image3.png"/><Relationship Id="rId3" Type="http://schemas.openxmlformats.org/officeDocument/2006/relationships/tags" Target="../tags/tag506.xml"/><Relationship Id="rId24" Type="http://schemas.openxmlformats.org/officeDocument/2006/relationships/tags" Target="../tags/tag526.xml"/><Relationship Id="rId23" Type="http://schemas.openxmlformats.org/officeDocument/2006/relationships/tags" Target="../tags/tag525.xml"/><Relationship Id="rId22" Type="http://schemas.openxmlformats.org/officeDocument/2006/relationships/tags" Target="../tags/tag524.xml"/><Relationship Id="rId21" Type="http://schemas.openxmlformats.org/officeDocument/2006/relationships/tags" Target="../tags/tag523.xml"/><Relationship Id="rId20" Type="http://schemas.openxmlformats.org/officeDocument/2006/relationships/tags" Target="../tags/tag522.xml"/><Relationship Id="rId2" Type="http://schemas.openxmlformats.org/officeDocument/2006/relationships/tags" Target="../tags/tag505.xml"/><Relationship Id="rId19" Type="http://schemas.openxmlformats.org/officeDocument/2006/relationships/tags" Target="../tags/tag521.xml"/><Relationship Id="rId18" Type="http://schemas.openxmlformats.org/officeDocument/2006/relationships/tags" Target="../tags/tag520.xml"/><Relationship Id="rId17" Type="http://schemas.openxmlformats.org/officeDocument/2006/relationships/tags" Target="../tags/tag519.xml"/><Relationship Id="rId16" Type="http://schemas.openxmlformats.org/officeDocument/2006/relationships/tags" Target="../tags/tag518.xml"/><Relationship Id="rId15" Type="http://schemas.openxmlformats.org/officeDocument/2006/relationships/tags" Target="../tags/tag517.xml"/><Relationship Id="rId14" Type="http://schemas.openxmlformats.org/officeDocument/2006/relationships/tags" Target="../tags/tag516.xml"/><Relationship Id="rId13" Type="http://schemas.openxmlformats.org/officeDocument/2006/relationships/tags" Target="../tags/tag515.xml"/><Relationship Id="rId12" Type="http://schemas.openxmlformats.org/officeDocument/2006/relationships/tags" Target="../tags/tag514.xml"/><Relationship Id="rId11" Type="http://schemas.openxmlformats.org/officeDocument/2006/relationships/tags" Target="../tags/tag513.xml"/><Relationship Id="rId10" Type="http://schemas.openxmlformats.org/officeDocument/2006/relationships/tags" Target="../tags/tag51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8_节标题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8" descr="C:\Users\ling\Desktop\Lynk&amp;co_Logo_Black-01.pngLynk&amp;co_Logo_Black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959215" y="5950585"/>
            <a:ext cx="2731770" cy="396875"/>
          </a:xfrm>
          <a:prstGeom prst="rect">
            <a:avLst/>
          </a:prstGeom>
        </p:spPr>
      </p:pic>
      <p:sp>
        <p:nvSpPr>
          <p:cNvPr id="7" name="Rubrik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23570" y="3609142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3000"/>
              </a:lnSpc>
              <a:defRPr sz="1200" b="0" cap="all" spc="150" baseline="0">
                <a:solidFill>
                  <a:schemeClr val="tx1"/>
                </a:solidFill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defRPr>
            </a:lvl1pPr>
          </a:lstStyle>
          <a:p>
            <a:r>
              <a:rPr lang="en-US" altLang="sv-SE" dirty="0"/>
              <a:t>DATE            </a:t>
            </a:r>
            <a:r>
              <a:rPr lang="sv-SE" dirty="0"/>
              <a:t>YYYY-MM-DD</a:t>
            </a:r>
            <a:endParaRPr lang="en-US" dirty="0"/>
          </a:p>
        </p:txBody>
      </p:sp>
      <p:sp>
        <p:nvSpPr>
          <p:cNvPr id="9" name="Platshållare för text 33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623570" y="3127943"/>
            <a:ext cx="10263430" cy="48108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 i="0" cap="all" spc="200" baseline="0">
                <a:solidFill>
                  <a:schemeClr val="tx1"/>
                </a:solidFill>
                <a:latin typeface="Microsoft JhengHei UI" panose="020B0604030504040204" charset="-120"/>
                <a:ea typeface="Microsoft JhengHei UI" panose="020B0604030504040204" charset="-12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SUB-HEADER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623570" y="2108200"/>
            <a:ext cx="7018655" cy="546100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  <a:latin typeface="Microsoft JhengHei UI" panose="020B0604030504040204" charset="-120"/>
                <a:cs typeface="Microsoft JhengHei UI" panose="020B0604030504040204" charset="-120"/>
              </a:defRPr>
            </a:lvl1pPr>
          </a:lstStyle>
          <a:p>
            <a:r>
              <a:rPr lang="en-US" altLang="zh-CN"/>
              <a:t>PRESENTATION TITLE</a:t>
            </a:r>
            <a:endParaRPr lang="en-US" altLang="zh-CN"/>
          </a:p>
        </p:txBody>
      </p:sp>
      <p:sp>
        <p:nvSpPr>
          <p:cNvPr id="31" name="矩形 30"/>
          <p:cNvSpPr/>
          <p:nvPr userDrawn="1">
            <p:custDataLst>
              <p:tags r:id="rId7"/>
            </p:custDataLst>
          </p:nvPr>
        </p:nvSpPr>
        <p:spPr>
          <a:xfrm>
            <a:off x="12192000" y="2007870"/>
            <a:ext cx="355600" cy="335915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>
            <p:custDataLst>
              <p:tags r:id="rId8"/>
            </p:custDataLst>
          </p:nvPr>
        </p:nvSpPr>
        <p:spPr>
          <a:xfrm>
            <a:off x="12192000" y="-8255"/>
            <a:ext cx="355600" cy="33591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 userDrawn="1">
            <p:custDataLst>
              <p:tags r:id="rId9"/>
            </p:custDataLst>
          </p:nvPr>
        </p:nvSpPr>
        <p:spPr>
          <a:xfrm>
            <a:off x="12192000" y="999490"/>
            <a:ext cx="355600" cy="33591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 userDrawn="1">
            <p:custDataLst>
              <p:tags r:id="rId10"/>
            </p:custDataLst>
          </p:nvPr>
        </p:nvSpPr>
        <p:spPr>
          <a:xfrm>
            <a:off x="12192000" y="327660"/>
            <a:ext cx="355600" cy="335915"/>
          </a:xfrm>
          <a:prstGeom prst="rect">
            <a:avLst/>
          </a:prstGeom>
          <a:solidFill>
            <a:srgbClr val="339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 userDrawn="1">
            <p:custDataLst>
              <p:tags r:id="rId11"/>
            </p:custDataLst>
          </p:nvPr>
        </p:nvSpPr>
        <p:spPr>
          <a:xfrm>
            <a:off x="12192000" y="663575"/>
            <a:ext cx="355600" cy="335915"/>
          </a:xfrm>
          <a:prstGeom prst="rect">
            <a:avLst/>
          </a:prstGeom>
          <a:solidFill>
            <a:srgbClr val="35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>
            <p:custDataLst>
              <p:tags r:id="rId12"/>
            </p:custDataLst>
          </p:nvPr>
        </p:nvSpPr>
        <p:spPr>
          <a:xfrm>
            <a:off x="12192000" y="1335405"/>
            <a:ext cx="355600" cy="335915"/>
          </a:xfrm>
          <a:prstGeom prst="rect">
            <a:avLst/>
          </a:prstGeom>
          <a:solidFill>
            <a:srgbClr val="8232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 userDrawn="1">
            <p:custDataLst>
              <p:tags r:id="rId13"/>
            </p:custDataLst>
          </p:nvPr>
        </p:nvSpPr>
        <p:spPr>
          <a:xfrm>
            <a:off x="12192000" y="1671955"/>
            <a:ext cx="355600" cy="335915"/>
          </a:xfrm>
          <a:prstGeom prst="rect">
            <a:avLst/>
          </a:prstGeom>
          <a:solidFill>
            <a:srgbClr val="483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 userDrawn="1">
            <p:custDataLst>
              <p:tags r:id="rId14"/>
            </p:custDataLst>
          </p:nvPr>
        </p:nvSpPr>
        <p:spPr>
          <a:xfrm>
            <a:off x="12192000" y="2343785"/>
            <a:ext cx="355600" cy="335915"/>
          </a:xfrm>
          <a:prstGeom prst="rect">
            <a:avLst/>
          </a:prstGeom>
          <a:solidFill>
            <a:srgbClr val="392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 userDrawn="1">
            <p:custDataLst>
              <p:tags r:id="rId15"/>
            </p:custDataLst>
          </p:nvPr>
        </p:nvSpPr>
        <p:spPr>
          <a:xfrm>
            <a:off x="12192000" y="2679700"/>
            <a:ext cx="355600" cy="335915"/>
          </a:xfrm>
          <a:prstGeom prst="rect">
            <a:avLst/>
          </a:prstGeom>
          <a:solidFill>
            <a:srgbClr val="2E1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>
            <p:custDataLst>
              <p:tags r:id="rId16"/>
            </p:custDataLst>
          </p:nvPr>
        </p:nvSpPr>
        <p:spPr>
          <a:xfrm>
            <a:off x="12192000" y="3015615"/>
            <a:ext cx="355600" cy="3359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>
            <p:custDataLst>
              <p:tags r:id="rId17"/>
            </p:custDataLst>
          </p:nvPr>
        </p:nvSpPr>
        <p:spPr>
          <a:xfrm>
            <a:off x="12192000" y="3351530"/>
            <a:ext cx="355600" cy="335915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 userDrawn="1">
            <p:custDataLst>
              <p:tags r:id="rId18"/>
            </p:custDataLst>
          </p:nvPr>
        </p:nvSpPr>
        <p:spPr>
          <a:xfrm>
            <a:off x="12192000" y="3687445"/>
            <a:ext cx="355600" cy="335915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>
            <p:custDataLst>
              <p:tags r:id="rId19"/>
            </p:custDataLst>
          </p:nvPr>
        </p:nvSpPr>
        <p:spPr>
          <a:xfrm>
            <a:off x="12192000" y="4023360"/>
            <a:ext cx="355600" cy="33591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 userDrawn="1">
            <p:custDataLst>
              <p:tags r:id="rId20"/>
            </p:custDataLst>
          </p:nvPr>
        </p:nvSpPr>
        <p:spPr>
          <a:xfrm>
            <a:off x="12192000" y="4359275"/>
            <a:ext cx="355600" cy="335915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 userDrawn="1">
            <p:custDataLst>
              <p:tags r:id="rId21"/>
            </p:custDataLst>
          </p:nvPr>
        </p:nvSpPr>
        <p:spPr>
          <a:xfrm>
            <a:off x="12192000" y="4695190"/>
            <a:ext cx="355600" cy="335915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 userDrawn="1">
            <p:custDataLst>
              <p:tags r:id="rId22"/>
            </p:custDataLst>
          </p:nvPr>
        </p:nvSpPr>
        <p:spPr>
          <a:xfrm>
            <a:off x="12192000" y="5031740"/>
            <a:ext cx="355600" cy="335915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>
            <p:custDataLst>
              <p:tags r:id="rId23"/>
            </p:custDataLst>
          </p:nvPr>
        </p:nvSpPr>
        <p:spPr>
          <a:xfrm>
            <a:off x="12192000" y="5367655"/>
            <a:ext cx="355600" cy="335915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 userDrawn="1">
            <p:custDataLst>
              <p:tags r:id="rId24"/>
            </p:custDataLst>
          </p:nvPr>
        </p:nvSpPr>
        <p:spPr>
          <a:xfrm>
            <a:off x="12192000" y="5702935"/>
            <a:ext cx="355600" cy="335915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>
            <p:custDataLst>
              <p:tags r:id="rId25"/>
            </p:custDataLst>
          </p:nvPr>
        </p:nvSpPr>
        <p:spPr>
          <a:xfrm>
            <a:off x="12192000" y="6040120"/>
            <a:ext cx="355600" cy="33591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 userDrawn="1">
            <p:custDataLst>
              <p:tags r:id="rId26"/>
            </p:custDataLst>
          </p:nvPr>
        </p:nvSpPr>
        <p:spPr>
          <a:xfrm>
            <a:off x="12192000" y="6377305"/>
            <a:ext cx="355600" cy="335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tshållare för text 4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803932" y="451709"/>
            <a:ext cx="5440155" cy="5540721"/>
          </a:xfrm>
          <a:prstGeom prst="rect">
            <a:avLst/>
          </a:prstGeom>
        </p:spPr>
        <p:txBody>
          <a:bodyPr anchor="ctr" anchorCtr="0"/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defRPr>
            </a:lvl1pPr>
          </a:lstStyle>
          <a:p>
            <a:pPr lvl="0"/>
            <a:r>
              <a:rPr lang="en-US" dirty="0"/>
              <a:t>CHAPTER 1</a:t>
            </a:r>
            <a:endParaRPr lang="en-US" dirty="0"/>
          </a:p>
          <a:p>
            <a:pPr lvl="0"/>
            <a:r>
              <a:rPr lang="en-US" dirty="0"/>
              <a:t>CHAPTER 2</a:t>
            </a:r>
            <a:endParaRPr lang="en-US" dirty="0"/>
          </a:p>
          <a:p>
            <a:pPr lvl="0"/>
            <a:r>
              <a:rPr lang="en-US" dirty="0"/>
              <a:t>CHAPTER 3</a:t>
            </a:r>
            <a:endParaRPr lang="en-US" dirty="0"/>
          </a:p>
        </p:txBody>
      </p:sp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830025" y="3658672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3000"/>
              </a:lnSpc>
              <a:defRPr sz="1800" b="0" cap="all" spc="150" baseline="0">
                <a:solidFill>
                  <a:srgbClr val="000000"/>
                </a:solidFill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defRPr>
            </a:lvl1pPr>
          </a:lstStyle>
          <a:p>
            <a:r>
              <a:rPr lang="sv-SE" dirty="0"/>
              <a:t>YYYY-MM-DD</a:t>
            </a:r>
            <a:endParaRPr lang="en-US" dirty="0"/>
          </a:p>
        </p:txBody>
      </p:sp>
      <p:sp>
        <p:nvSpPr>
          <p:cNvPr id="24" name="textruta 5"/>
          <p:cNvSpPr txBox="1"/>
          <p:nvPr userDrawn="1">
            <p:custDataLst>
              <p:tags r:id="rId4"/>
            </p:custDataLst>
          </p:nvPr>
        </p:nvSpPr>
        <p:spPr>
          <a:xfrm>
            <a:off x="651194" y="3818347"/>
            <a:ext cx="770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spc="150" baseline="0" dirty="0">
                <a:solidFill>
                  <a:srgbClr val="000000"/>
                </a:solidFill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DATE</a:t>
            </a:r>
            <a:endParaRPr lang="en-US" sz="1200" b="0" i="0" spc="150" baseline="0" dirty="0">
              <a:solidFill>
                <a:srgbClr val="000000"/>
              </a:solidFill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610235" y="2379345"/>
            <a:ext cx="3925570" cy="917575"/>
          </a:xfrm>
        </p:spPr>
        <p:txBody>
          <a:bodyPr/>
          <a:lstStyle>
            <a:lvl1pPr marL="0" indent="0">
              <a:buNone/>
              <a:defRPr sz="7200">
                <a:solidFill>
                  <a:srgbClr val="1EF1C6"/>
                </a:solidFill>
                <a:latin typeface="Microsoft JhengHei UI" panose="020B0604030504040204" charset="-120"/>
                <a:cs typeface="Microsoft JhengHei UI" panose="020B0604030504040204" charset="-12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en-US" altLang="zh-CN" dirty="0"/>
          </a:p>
        </p:txBody>
      </p:sp>
      <p:pic>
        <p:nvPicPr>
          <p:cNvPr id="5" name="Bildobjekt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5705856" y="6468477"/>
            <a:ext cx="780288" cy="112395"/>
          </a:xfrm>
          <a:prstGeom prst="rect">
            <a:avLst/>
          </a:prstGeom>
        </p:spPr>
      </p:pic>
      <p:sp>
        <p:nvSpPr>
          <p:cNvPr id="8" name="灯片编号占位符 1"/>
          <p:cNvSpPr>
            <a:spLocks noGrp="1"/>
          </p:cNvSpPr>
          <p:nvPr userDrawn="1">
            <p:custDataLst>
              <p:tags r:id="rId8"/>
            </p:custDataLst>
          </p:nvPr>
        </p:nvSpPr>
        <p:spPr>
          <a:xfrm>
            <a:off x="9004600" y="6441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0"/>
            <a:ext cx="355600" cy="6720840"/>
            <a:chOff x="19200" y="-18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5" y="704850"/>
            <a:ext cx="11161395" cy="917575"/>
          </a:xfrm>
        </p:spPr>
        <p:txBody>
          <a:bodyPr/>
          <a:lstStyle>
            <a:lvl1pPr marL="0" indent="0">
              <a:buNone/>
              <a:defRPr sz="4000">
                <a:solidFill>
                  <a:schemeClr val="tx1"/>
                </a:solidFill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1EF1C6"/>
                </a:solidFill>
                <a:latin typeface="Microsoft JhengHei UI" panose="020B0604030504040204" charset="-120"/>
                <a:ea typeface="Microsoft JhengHei UI" panose="020B0604030504040204" charset="-120"/>
                <a:sym typeface="Microsoft JhengHei UI" panose="020B0604030504040204" charset="-120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cxnSp>
        <p:nvCxnSpPr>
          <p:cNvPr id="16" name="Rak 14"/>
          <p:cNvCxnSpPr/>
          <p:nvPr userDrawn="1">
            <p:custDataLst>
              <p:tags r:id="rId4"/>
            </p:custDataLst>
          </p:nvPr>
        </p:nvCxnSpPr>
        <p:spPr>
          <a:xfrm flipV="1">
            <a:off x="513348" y="6213202"/>
            <a:ext cx="11175365" cy="635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Bildobjekt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5705856" y="6468477"/>
            <a:ext cx="780288" cy="112395"/>
          </a:xfrm>
          <a:prstGeom prst="rect">
            <a:avLst/>
          </a:prstGeom>
        </p:spPr>
      </p:pic>
      <p:sp>
        <p:nvSpPr>
          <p:cNvPr id="4" name="灯片编号占位符 1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Bildobjekt 1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5705856" y="6468477"/>
            <a:ext cx="780288" cy="112395"/>
          </a:xfrm>
          <a:prstGeom prst="rect">
            <a:avLst/>
          </a:prstGeom>
        </p:spPr>
      </p:pic>
      <p:sp>
        <p:nvSpPr>
          <p:cNvPr id="3" name="矩形 2"/>
          <p:cNvSpPr/>
          <p:nvPr userDrawn="1">
            <p:custDataLst>
              <p:tags r:id="rId10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12192000" y="-8890"/>
            <a:ext cx="355600" cy="6720840"/>
            <a:chOff x="19200" y="-14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3161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-14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573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515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1044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2102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2632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3690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4219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4748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5277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5806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6335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6864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7393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7923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8452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8980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 userDrawn="1">
              <p:custDataLst>
                <p:tags r:id="rId29"/>
              </p:custDataLst>
            </p:nvPr>
          </p:nvSpPr>
          <p:spPr>
            <a:xfrm>
              <a:off x="19200" y="9511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 userDrawn="1">
              <p:custDataLst>
                <p:tags r:id="rId30"/>
              </p:custDataLst>
            </p:nvPr>
          </p:nvSpPr>
          <p:spPr>
            <a:xfrm>
              <a:off x="19200" y="10042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5" y="704850"/>
            <a:ext cx="11161395" cy="917575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1EF1C6"/>
                </a:solidFill>
                <a:latin typeface="Microsoft JhengHei UI" panose="020B0604030504040204" charset="-120"/>
                <a:ea typeface="Microsoft JhengHei UI" panose="020B0604030504040204" charset="-120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2" name="Bildobjekt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5705856" y="6468477"/>
            <a:ext cx="780288" cy="112395"/>
          </a:xfrm>
          <a:prstGeom prst="rect">
            <a:avLst/>
          </a:prstGeom>
        </p:spPr>
      </p:pic>
      <p:cxnSp>
        <p:nvCxnSpPr>
          <p:cNvPr id="20" name="Rak 14"/>
          <p:cNvCxnSpPr/>
          <p:nvPr userDrawn="1">
            <p:custDataLst>
              <p:tags r:id="rId6"/>
            </p:custDataLst>
          </p:nvPr>
        </p:nvCxnSpPr>
        <p:spPr>
          <a:xfrm>
            <a:off x="513348" y="6314167"/>
            <a:ext cx="11165305" cy="1925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灯片编号占位符 1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矩形 2"/>
          <p:cNvSpPr/>
          <p:nvPr userDrawn="1">
            <p:custDataLst>
              <p:tags r:id="rId8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0"/>
            <a:ext cx="355600" cy="6720840"/>
            <a:chOff x="19200" y="-18"/>
            <a:chExt cx="560" cy="10584"/>
          </a:xfrm>
        </p:grpSpPr>
        <p:sp>
          <p:nvSpPr>
            <p:cNvPr id="5" name="矩形 4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节标题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ruta 5"/>
          <p:cNvSpPr txBox="1"/>
          <p:nvPr userDrawn="1">
            <p:custDataLst>
              <p:tags r:id="rId2"/>
            </p:custDataLst>
          </p:nvPr>
        </p:nvSpPr>
        <p:spPr>
          <a:xfrm>
            <a:off x="1559560" y="2284730"/>
            <a:ext cx="9072880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0" i="0" spc="150" baseline="0" dirty="0">
                <a:solidFill>
                  <a:schemeClr val="bg1"/>
                </a:solidFill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THANK YOU</a:t>
            </a:r>
            <a:endParaRPr lang="en-US" sz="8000" b="0" i="0" spc="150" baseline="0" dirty="0">
              <a:solidFill>
                <a:srgbClr val="01DCC6"/>
              </a:solidFill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ctr"/>
            <a:r>
              <a:rPr lang="en-US" sz="1200" b="0" i="0" spc="150" baseline="0" dirty="0">
                <a:solidFill>
                  <a:schemeClr val="bg1"/>
                </a:solidFill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SEE YOU NEXT TIME</a:t>
            </a:r>
            <a:endParaRPr lang="en-US" sz="1200" b="0" i="0" spc="150" baseline="0" dirty="0">
              <a:solidFill>
                <a:schemeClr val="bg1"/>
              </a:solidFill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pic>
        <p:nvPicPr>
          <p:cNvPr id="4" name="Bildobjekt 1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5705856" y="6495147"/>
            <a:ext cx="780288" cy="112395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12192000" y="8890"/>
            <a:ext cx="355600" cy="6720840"/>
            <a:chOff x="19200" y="-18"/>
            <a:chExt cx="560" cy="10584"/>
          </a:xfrm>
        </p:grpSpPr>
        <p:sp>
          <p:nvSpPr>
            <p:cNvPr id="6" name="矩形 5"/>
            <p:cNvSpPr/>
            <p:nvPr userDrawn="1">
              <p:custDataLst>
                <p:tags r:id="rId5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>
              <p:custDataLst>
                <p:tags r:id="rId6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>
              <p:custDataLst>
                <p:tags r:id="rId7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8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8" descr="C:\Users\ling\Desktop\Lynk&amp;co_Logo_Black-01.pngLynk&amp;co_Logo_Black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959215" y="5950585"/>
            <a:ext cx="2731770" cy="396875"/>
          </a:xfrm>
          <a:prstGeom prst="rect">
            <a:avLst/>
          </a:prstGeom>
        </p:spPr>
      </p:pic>
      <p:sp>
        <p:nvSpPr>
          <p:cNvPr id="7" name="Rubrik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23570" y="3609142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050" b="0" cap="all" spc="124" baseline="0">
                <a:solidFill>
                  <a:schemeClr val="tx1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en-US" altLang="sv-SE" dirty="0"/>
              <a:t>DATE            </a:t>
            </a:r>
            <a:r>
              <a:rPr lang="sv-SE" dirty="0"/>
              <a:t>YYYY-MM-DD</a:t>
            </a:r>
            <a:endParaRPr lang="en-US" dirty="0"/>
          </a:p>
        </p:txBody>
      </p:sp>
      <p:sp>
        <p:nvSpPr>
          <p:cNvPr id="9" name="Platshållare för text 33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623570" y="3127942"/>
            <a:ext cx="10263430" cy="48108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 b="1" i="0" cap="all" spc="165" baseline="0">
                <a:solidFill>
                  <a:schemeClr val="tx1"/>
                </a:solidFill>
                <a:latin typeface="Lynkco Type" panose="00000500000000000000" pitchFamily="2" charset="0"/>
                <a:ea typeface="Lynkco Type" panose="00000500000000000000" pitchFamily="2" charset="0"/>
                <a:cs typeface="Arial" panose="020B0604020202020204" pitchFamily="34" charset="0"/>
              </a:defRPr>
            </a:lvl1pPr>
            <a:lvl2pPr>
              <a:defRPr sz="1230"/>
            </a:lvl2pPr>
            <a:lvl3pPr>
              <a:defRPr sz="1230"/>
            </a:lvl3pPr>
            <a:lvl4pPr>
              <a:defRPr sz="1230"/>
            </a:lvl4pPr>
            <a:lvl5pPr>
              <a:defRPr sz="1230"/>
            </a:lvl5pPr>
          </a:lstStyle>
          <a:p>
            <a:pPr lvl="0"/>
            <a:r>
              <a:rPr lang="en-US" dirty="0"/>
              <a:t>SUB-HEADER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623570" y="2108200"/>
            <a:ext cx="7018655" cy="546100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lang="en-US" altLang="zh-CN"/>
              <a:t>PRESENTATION TITLE</a:t>
            </a:r>
            <a:endParaRPr lang="en-US" altLang="zh-CN"/>
          </a:p>
        </p:txBody>
      </p:sp>
      <p:sp>
        <p:nvSpPr>
          <p:cNvPr id="31" name="矩形 30"/>
          <p:cNvSpPr/>
          <p:nvPr userDrawn="1">
            <p:custDataLst>
              <p:tags r:id="rId7"/>
            </p:custDataLst>
          </p:nvPr>
        </p:nvSpPr>
        <p:spPr>
          <a:xfrm>
            <a:off x="12192000" y="2007870"/>
            <a:ext cx="355600" cy="335915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2" name="矩形 31"/>
          <p:cNvSpPr/>
          <p:nvPr userDrawn="1">
            <p:custDataLst>
              <p:tags r:id="rId8"/>
            </p:custDataLst>
          </p:nvPr>
        </p:nvSpPr>
        <p:spPr>
          <a:xfrm>
            <a:off x="12192000" y="-8255"/>
            <a:ext cx="355600" cy="33591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3" name="矩形 32"/>
          <p:cNvSpPr/>
          <p:nvPr userDrawn="1">
            <p:custDataLst>
              <p:tags r:id="rId9"/>
            </p:custDataLst>
          </p:nvPr>
        </p:nvSpPr>
        <p:spPr>
          <a:xfrm>
            <a:off x="12192000" y="999491"/>
            <a:ext cx="355600" cy="33591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4" name="矩形 33"/>
          <p:cNvSpPr/>
          <p:nvPr userDrawn="1">
            <p:custDataLst>
              <p:tags r:id="rId10"/>
            </p:custDataLst>
          </p:nvPr>
        </p:nvSpPr>
        <p:spPr>
          <a:xfrm>
            <a:off x="12192000" y="327661"/>
            <a:ext cx="355600" cy="335915"/>
          </a:xfrm>
          <a:prstGeom prst="rect">
            <a:avLst/>
          </a:prstGeom>
          <a:solidFill>
            <a:srgbClr val="3395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5" name="矩形 34"/>
          <p:cNvSpPr/>
          <p:nvPr userDrawn="1">
            <p:custDataLst>
              <p:tags r:id="rId11"/>
            </p:custDataLst>
          </p:nvPr>
        </p:nvSpPr>
        <p:spPr>
          <a:xfrm>
            <a:off x="12192000" y="663575"/>
            <a:ext cx="355600" cy="335915"/>
          </a:xfrm>
          <a:prstGeom prst="rect">
            <a:avLst/>
          </a:prstGeom>
          <a:solidFill>
            <a:srgbClr val="354D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6" name="矩形 35"/>
          <p:cNvSpPr/>
          <p:nvPr userDrawn="1">
            <p:custDataLst>
              <p:tags r:id="rId12"/>
            </p:custDataLst>
          </p:nvPr>
        </p:nvSpPr>
        <p:spPr>
          <a:xfrm>
            <a:off x="12192000" y="1335405"/>
            <a:ext cx="355600" cy="335915"/>
          </a:xfrm>
          <a:prstGeom prst="rect">
            <a:avLst/>
          </a:prstGeom>
          <a:solidFill>
            <a:srgbClr val="8232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7" name="矩形 36"/>
          <p:cNvSpPr/>
          <p:nvPr userDrawn="1">
            <p:custDataLst>
              <p:tags r:id="rId13"/>
            </p:custDataLst>
          </p:nvPr>
        </p:nvSpPr>
        <p:spPr>
          <a:xfrm>
            <a:off x="12192000" y="1671955"/>
            <a:ext cx="355600" cy="335915"/>
          </a:xfrm>
          <a:prstGeom prst="rect">
            <a:avLst/>
          </a:prstGeom>
          <a:solidFill>
            <a:srgbClr val="483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8" name="矩形 37"/>
          <p:cNvSpPr/>
          <p:nvPr userDrawn="1">
            <p:custDataLst>
              <p:tags r:id="rId14"/>
            </p:custDataLst>
          </p:nvPr>
        </p:nvSpPr>
        <p:spPr>
          <a:xfrm>
            <a:off x="12192000" y="2343785"/>
            <a:ext cx="355600" cy="335915"/>
          </a:xfrm>
          <a:prstGeom prst="rect">
            <a:avLst/>
          </a:prstGeom>
          <a:solidFill>
            <a:srgbClr val="392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9" name="矩形 38"/>
          <p:cNvSpPr/>
          <p:nvPr userDrawn="1">
            <p:custDataLst>
              <p:tags r:id="rId15"/>
            </p:custDataLst>
          </p:nvPr>
        </p:nvSpPr>
        <p:spPr>
          <a:xfrm>
            <a:off x="12192000" y="2679701"/>
            <a:ext cx="355600" cy="335915"/>
          </a:xfrm>
          <a:prstGeom prst="rect">
            <a:avLst/>
          </a:prstGeom>
          <a:solidFill>
            <a:srgbClr val="2E1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0" name="矩形 39"/>
          <p:cNvSpPr/>
          <p:nvPr userDrawn="1">
            <p:custDataLst>
              <p:tags r:id="rId16"/>
            </p:custDataLst>
          </p:nvPr>
        </p:nvSpPr>
        <p:spPr>
          <a:xfrm>
            <a:off x="12192000" y="3015615"/>
            <a:ext cx="355600" cy="3359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1" name="矩形 40"/>
          <p:cNvSpPr/>
          <p:nvPr userDrawn="1">
            <p:custDataLst>
              <p:tags r:id="rId17"/>
            </p:custDataLst>
          </p:nvPr>
        </p:nvSpPr>
        <p:spPr>
          <a:xfrm>
            <a:off x="12192000" y="3351531"/>
            <a:ext cx="355600" cy="335915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2" name="矩形 41"/>
          <p:cNvSpPr/>
          <p:nvPr userDrawn="1">
            <p:custDataLst>
              <p:tags r:id="rId18"/>
            </p:custDataLst>
          </p:nvPr>
        </p:nvSpPr>
        <p:spPr>
          <a:xfrm>
            <a:off x="12192000" y="3687445"/>
            <a:ext cx="355600" cy="335915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3" name="矩形 42"/>
          <p:cNvSpPr/>
          <p:nvPr userDrawn="1">
            <p:custDataLst>
              <p:tags r:id="rId19"/>
            </p:custDataLst>
          </p:nvPr>
        </p:nvSpPr>
        <p:spPr>
          <a:xfrm>
            <a:off x="12192000" y="4023360"/>
            <a:ext cx="355600" cy="33591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4" name="矩形 43"/>
          <p:cNvSpPr/>
          <p:nvPr userDrawn="1">
            <p:custDataLst>
              <p:tags r:id="rId20"/>
            </p:custDataLst>
          </p:nvPr>
        </p:nvSpPr>
        <p:spPr>
          <a:xfrm>
            <a:off x="12192000" y="4359275"/>
            <a:ext cx="355600" cy="335915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5" name="矩形 44"/>
          <p:cNvSpPr/>
          <p:nvPr userDrawn="1">
            <p:custDataLst>
              <p:tags r:id="rId21"/>
            </p:custDataLst>
          </p:nvPr>
        </p:nvSpPr>
        <p:spPr>
          <a:xfrm>
            <a:off x="12192000" y="4695190"/>
            <a:ext cx="355600" cy="335915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6" name="矩形 45"/>
          <p:cNvSpPr/>
          <p:nvPr userDrawn="1">
            <p:custDataLst>
              <p:tags r:id="rId22"/>
            </p:custDataLst>
          </p:nvPr>
        </p:nvSpPr>
        <p:spPr>
          <a:xfrm>
            <a:off x="12192000" y="5031741"/>
            <a:ext cx="355600" cy="335915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7" name="矩形 46"/>
          <p:cNvSpPr/>
          <p:nvPr userDrawn="1">
            <p:custDataLst>
              <p:tags r:id="rId23"/>
            </p:custDataLst>
          </p:nvPr>
        </p:nvSpPr>
        <p:spPr>
          <a:xfrm>
            <a:off x="12192000" y="5367655"/>
            <a:ext cx="355600" cy="335915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8" name="矩形 47"/>
          <p:cNvSpPr/>
          <p:nvPr userDrawn="1">
            <p:custDataLst>
              <p:tags r:id="rId24"/>
            </p:custDataLst>
          </p:nvPr>
        </p:nvSpPr>
        <p:spPr>
          <a:xfrm>
            <a:off x="12192000" y="5702936"/>
            <a:ext cx="355600" cy="335915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9" name="矩形 48"/>
          <p:cNvSpPr/>
          <p:nvPr userDrawn="1">
            <p:custDataLst>
              <p:tags r:id="rId25"/>
            </p:custDataLst>
          </p:nvPr>
        </p:nvSpPr>
        <p:spPr>
          <a:xfrm>
            <a:off x="12192000" y="6040120"/>
            <a:ext cx="355600" cy="33591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50" name="矩形 49"/>
          <p:cNvSpPr/>
          <p:nvPr userDrawn="1">
            <p:custDataLst>
              <p:tags r:id="rId26"/>
            </p:custDataLst>
          </p:nvPr>
        </p:nvSpPr>
        <p:spPr>
          <a:xfrm>
            <a:off x="12192000" y="6377305"/>
            <a:ext cx="355600" cy="335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tshållare för text 4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803932" y="451710"/>
            <a:ext cx="5440155" cy="5540721"/>
          </a:xfrm>
          <a:prstGeom prst="rect">
            <a:avLst/>
          </a:prstGeom>
        </p:spPr>
        <p:txBody>
          <a:bodyPr anchor="ctr" anchorCtr="0"/>
          <a:lstStyle>
            <a:lvl1pPr marL="250190" indent="-250190">
              <a:lnSpc>
                <a:spcPts val="1655"/>
              </a:lnSpc>
              <a:buFont typeface="Arial" panose="020B0604020202020204" pitchFamily="34" charset="0"/>
              <a:buChar char="•"/>
              <a:defRPr sz="1575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en-US" dirty="0"/>
              <a:t>CHAPTER 1</a:t>
            </a:r>
            <a:endParaRPr lang="en-US" dirty="0"/>
          </a:p>
          <a:p>
            <a:pPr lvl="0"/>
            <a:r>
              <a:rPr lang="en-US" dirty="0"/>
              <a:t>CHAPTER 2</a:t>
            </a:r>
            <a:endParaRPr lang="en-US" dirty="0"/>
          </a:p>
          <a:p>
            <a:pPr lvl="0"/>
            <a:r>
              <a:rPr lang="en-US" dirty="0"/>
              <a:t>CHAPTER 3</a:t>
            </a:r>
            <a:endParaRPr lang="en-US" dirty="0"/>
          </a:p>
        </p:txBody>
      </p:sp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830025" y="3658673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575" b="0" cap="all" spc="124" baseline="0">
                <a:solidFill>
                  <a:srgbClr val="000000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sv-SE" dirty="0"/>
              <a:t>YYYY-MM-DD</a:t>
            </a:r>
            <a:endParaRPr lang="en-US" dirty="0"/>
          </a:p>
        </p:txBody>
      </p:sp>
      <p:sp>
        <p:nvSpPr>
          <p:cNvPr id="24" name="textruta 5"/>
          <p:cNvSpPr txBox="1"/>
          <p:nvPr userDrawn="1">
            <p:custDataLst>
              <p:tags r:id="rId4"/>
            </p:custDataLst>
          </p:nvPr>
        </p:nvSpPr>
        <p:spPr>
          <a:xfrm>
            <a:off x="651195" y="3818348"/>
            <a:ext cx="770202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/>
            <a:r>
              <a:rPr lang="en-US" sz="1050" b="0" i="0" spc="124" baseline="0" dirty="0">
                <a:solidFill>
                  <a:srgbClr val="000000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DATE</a:t>
            </a:r>
            <a:endParaRPr lang="en-US" sz="1050" b="0" i="0" spc="124" baseline="0" dirty="0">
              <a:solidFill>
                <a:srgbClr val="000000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610235" y="2379345"/>
            <a:ext cx="3925570" cy="917575"/>
          </a:xfrm>
        </p:spPr>
        <p:txBody>
          <a:bodyPr/>
          <a:lstStyle>
            <a:lvl1pPr marL="0" indent="0">
              <a:buNone/>
              <a:defRPr sz="6300">
                <a:solidFill>
                  <a:srgbClr val="1EF1C6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en-US" altLang="zh-CN" dirty="0"/>
          </a:p>
        </p:txBody>
      </p:sp>
      <p:pic>
        <p:nvPicPr>
          <p:cNvPr id="5" name="Bildobjekt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sp>
        <p:nvSpPr>
          <p:cNvPr id="8" name="灯片编号占位符 1"/>
          <p:cNvSpPr>
            <a:spLocks noGrp="1"/>
          </p:cNvSpPr>
          <p:nvPr userDrawn="1">
            <p:custDataLst>
              <p:tags r:id="rId8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" name="矩形 2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1" name="矩形 10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6" name="矩形 15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6" y="704851"/>
            <a:ext cx="11161395" cy="917575"/>
          </a:xfrm>
        </p:spPr>
        <p:txBody>
          <a:bodyPr/>
          <a:lstStyle>
            <a:lvl1pPr marL="0" indent="0">
              <a:buNone/>
              <a:defRPr sz="3500">
                <a:solidFill>
                  <a:schemeClr val="tx1"/>
                </a:solidFill>
                <a:latin typeface="Lynkco Type" panose="00000500000000000000" pitchFamily="2" charset="0"/>
                <a:ea typeface="方正兰亭黑简体" panose="02000000000000000000" charset="-122"/>
                <a:cs typeface="Lynkco Type" panose="00000500000000000000" pitchFamily="2" charset="0"/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100" b="0">
                <a:solidFill>
                  <a:srgbClr val="1EF1C6"/>
                </a:solidFill>
                <a:latin typeface="方正方俊黑" panose="02010600010101010101" charset="-122"/>
                <a:ea typeface="方正方俊黑" panose="02010600010101010101" charset="-122"/>
                <a:sym typeface="方正方俊黑" panose="02010600010101010101" charset="-122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1"/>
          <p:cNvSpPr>
            <a:spLocks noGrp="1"/>
          </p:cNvSpPr>
          <p:nvPr userDrawn="1">
            <p:custDataLst>
              <p:tags r:id="rId4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>
            <p:custDataLst>
              <p:tags r:id="rId5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12192000" y="-8890"/>
            <a:ext cx="355600" cy="6720841"/>
            <a:chOff x="19200" y="-14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6"/>
              </p:custDataLst>
            </p:nvPr>
          </p:nvSpPr>
          <p:spPr>
            <a:xfrm>
              <a:off x="19200" y="3161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7"/>
              </p:custDataLst>
            </p:nvPr>
          </p:nvSpPr>
          <p:spPr>
            <a:xfrm>
              <a:off x="19200" y="-14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8"/>
              </p:custDataLst>
            </p:nvPr>
          </p:nvSpPr>
          <p:spPr>
            <a:xfrm>
              <a:off x="19200" y="1573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515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1044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2102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2632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3690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4219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4748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5277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3" name="矩形 22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5806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4" name="矩形 23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6335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6864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7393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7923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8452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8980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9511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10042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tshållare för text 4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803932" y="451710"/>
            <a:ext cx="5440155" cy="5540721"/>
          </a:xfrm>
          <a:prstGeom prst="rect">
            <a:avLst/>
          </a:prstGeom>
        </p:spPr>
        <p:txBody>
          <a:bodyPr anchor="ctr" anchorCtr="0"/>
          <a:lstStyle>
            <a:lvl1pPr marL="250190" indent="-250190">
              <a:lnSpc>
                <a:spcPts val="1655"/>
              </a:lnSpc>
              <a:buFont typeface="Arial" panose="020B0604020202020204" pitchFamily="34" charset="0"/>
              <a:buChar char="•"/>
              <a:defRPr sz="1575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en-US" dirty="0"/>
              <a:t>CHAPTER 1</a:t>
            </a:r>
            <a:endParaRPr lang="en-US" dirty="0"/>
          </a:p>
          <a:p>
            <a:pPr lvl="0"/>
            <a:r>
              <a:rPr lang="en-US" dirty="0"/>
              <a:t>CHAPTER 2</a:t>
            </a:r>
            <a:endParaRPr lang="en-US" dirty="0"/>
          </a:p>
          <a:p>
            <a:pPr lvl="0"/>
            <a:r>
              <a:rPr lang="en-US" dirty="0"/>
              <a:t>CHAPTER 3</a:t>
            </a:r>
            <a:endParaRPr lang="en-US" dirty="0"/>
          </a:p>
        </p:txBody>
      </p:sp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830025" y="3658673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575" b="0" cap="all" spc="124" baseline="0">
                <a:solidFill>
                  <a:srgbClr val="000000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sv-SE" dirty="0"/>
              <a:t>YYYY-MM-DD</a:t>
            </a:r>
            <a:endParaRPr lang="en-US" dirty="0"/>
          </a:p>
        </p:txBody>
      </p:sp>
      <p:sp>
        <p:nvSpPr>
          <p:cNvPr id="24" name="textruta 5"/>
          <p:cNvSpPr txBox="1"/>
          <p:nvPr userDrawn="1">
            <p:custDataLst>
              <p:tags r:id="rId4"/>
            </p:custDataLst>
          </p:nvPr>
        </p:nvSpPr>
        <p:spPr>
          <a:xfrm>
            <a:off x="651195" y="3818348"/>
            <a:ext cx="770202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/>
            <a:r>
              <a:rPr lang="en-US" sz="1050" b="0" i="0" spc="124" baseline="0" dirty="0">
                <a:solidFill>
                  <a:srgbClr val="000000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DATE</a:t>
            </a:r>
            <a:endParaRPr lang="en-US" sz="1050" b="0" i="0" spc="124" baseline="0" dirty="0">
              <a:solidFill>
                <a:srgbClr val="000000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610235" y="2379345"/>
            <a:ext cx="3925570" cy="917575"/>
          </a:xfrm>
        </p:spPr>
        <p:txBody>
          <a:bodyPr/>
          <a:lstStyle>
            <a:lvl1pPr marL="0" indent="0">
              <a:buNone/>
              <a:defRPr sz="6300">
                <a:solidFill>
                  <a:srgbClr val="DC1860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en-US" altLang="zh-CN" dirty="0"/>
          </a:p>
        </p:txBody>
      </p:sp>
      <p:pic>
        <p:nvPicPr>
          <p:cNvPr id="5" name="Bildobjekt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sp>
        <p:nvSpPr>
          <p:cNvPr id="8" name="灯片编号占位符 1"/>
          <p:cNvSpPr>
            <a:spLocks noGrp="1"/>
          </p:cNvSpPr>
          <p:nvPr userDrawn="1">
            <p:custDataLst>
              <p:tags r:id="rId8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>
              <a:solidFill>
                <a:srgbClr val="DC1860"/>
              </a:solidFill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" name="矩形 2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1" name="矩形 10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6" name="矩形 15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6" y="704851"/>
            <a:ext cx="11161395" cy="917575"/>
          </a:xfrm>
        </p:spPr>
        <p:txBody>
          <a:bodyPr/>
          <a:lstStyle>
            <a:lvl1pPr marL="0" indent="0">
              <a:buNone/>
              <a:defRPr sz="3500">
                <a:solidFill>
                  <a:schemeClr val="tx1"/>
                </a:solidFill>
                <a:latin typeface="Lynkco Type" panose="00000500000000000000" pitchFamily="2" charset="0"/>
                <a:ea typeface="方正兰亭黑简体" panose="02000000000000000000" charset="-122"/>
                <a:cs typeface="Lynkco Type" panose="00000500000000000000" pitchFamily="2" charset="0"/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100" b="0">
                <a:solidFill>
                  <a:srgbClr val="DC1860"/>
                </a:solidFill>
                <a:latin typeface="方正方俊黑" panose="02010600010101010101" charset="-122"/>
                <a:ea typeface="方正方俊黑" panose="02010600010101010101" charset="-122"/>
                <a:sym typeface="方正方俊黑" panose="02010600010101010101" charset="-122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1"/>
          <p:cNvSpPr>
            <a:spLocks noGrp="1"/>
          </p:cNvSpPr>
          <p:nvPr userDrawn="1">
            <p:custDataLst>
              <p:tags r:id="rId4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>
            <p:custDataLst>
              <p:tags r:id="rId5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>
              <a:solidFill>
                <a:srgbClr val="DC1860"/>
              </a:solidFill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6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7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8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3" name="矩形 22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4" name="矩形 23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tshållare för text 4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803932" y="451710"/>
            <a:ext cx="5440155" cy="5540721"/>
          </a:xfrm>
          <a:prstGeom prst="rect">
            <a:avLst/>
          </a:prstGeom>
        </p:spPr>
        <p:txBody>
          <a:bodyPr anchor="ctr" anchorCtr="0"/>
          <a:lstStyle>
            <a:lvl1pPr marL="250190" indent="-250190">
              <a:lnSpc>
                <a:spcPts val="1655"/>
              </a:lnSpc>
              <a:buFont typeface="Arial" panose="020B0604020202020204" pitchFamily="34" charset="0"/>
              <a:buChar char="•"/>
              <a:defRPr sz="1575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en-US" dirty="0"/>
              <a:t>CHAPTER 1</a:t>
            </a:r>
            <a:endParaRPr lang="en-US" dirty="0"/>
          </a:p>
          <a:p>
            <a:pPr lvl="0"/>
            <a:r>
              <a:rPr lang="en-US" dirty="0"/>
              <a:t>CHAPTER 2</a:t>
            </a:r>
            <a:endParaRPr lang="en-US" dirty="0"/>
          </a:p>
          <a:p>
            <a:pPr lvl="0"/>
            <a:r>
              <a:rPr lang="en-US" dirty="0"/>
              <a:t>CHAPTER 3</a:t>
            </a:r>
            <a:endParaRPr lang="en-US" dirty="0"/>
          </a:p>
        </p:txBody>
      </p:sp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830025" y="3658673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575" b="0" cap="all" spc="124" baseline="0">
                <a:solidFill>
                  <a:srgbClr val="000000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sv-SE" dirty="0"/>
              <a:t>YYYY-MM-DD</a:t>
            </a:r>
            <a:endParaRPr lang="en-US" dirty="0"/>
          </a:p>
        </p:txBody>
      </p:sp>
      <p:sp>
        <p:nvSpPr>
          <p:cNvPr id="24" name="textruta 5"/>
          <p:cNvSpPr txBox="1"/>
          <p:nvPr userDrawn="1">
            <p:custDataLst>
              <p:tags r:id="rId4"/>
            </p:custDataLst>
          </p:nvPr>
        </p:nvSpPr>
        <p:spPr>
          <a:xfrm>
            <a:off x="651195" y="3818348"/>
            <a:ext cx="770202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/>
            <a:r>
              <a:rPr lang="en-US" sz="1050" b="0" i="0" spc="124" baseline="0" dirty="0">
                <a:solidFill>
                  <a:srgbClr val="000000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DATE</a:t>
            </a:r>
            <a:endParaRPr lang="en-US" sz="1050" b="0" i="0" spc="124" baseline="0" dirty="0">
              <a:solidFill>
                <a:srgbClr val="000000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610235" y="2379345"/>
            <a:ext cx="3925570" cy="917575"/>
          </a:xfrm>
        </p:spPr>
        <p:txBody>
          <a:bodyPr/>
          <a:lstStyle>
            <a:lvl1pPr marL="0" indent="0">
              <a:buNone/>
              <a:defRPr sz="6300">
                <a:solidFill>
                  <a:srgbClr val="5D1EF1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en-US" altLang="zh-CN" dirty="0"/>
          </a:p>
        </p:txBody>
      </p:sp>
      <p:pic>
        <p:nvPicPr>
          <p:cNvPr id="5" name="Bildobjekt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sp>
        <p:nvSpPr>
          <p:cNvPr id="8" name="灯片编号占位符 1"/>
          <p:cNvSpPr>
            <a:spLocks noGrp="1"/>
          </p:cNvSpPr>
          <p:nvPr userDrawn="1">
            <p:custDataLst>
              <p:tags r:id="rId8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" name="矩形 2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1" name="矩形 10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6" name="矩形 15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6" y="704851"/>
            <a:ext cx="11161395" cy="917575"/>
          </a:xfrm>
        </p:spPr>
        <p:txBody>
          <a:bodyPr/>
          <a:lstStyle>
            <a:lvl1pPr marL="0" indent="0">
              <a:buNone/>
              <a:defRPr sz="3500">
                <a:solidFill>
                  <a:schemeClr val="tx1"/>
                </a:solidFill>
                <a:latin typeface="Lynkco Type" panose="00000500000000000000" pitchFamily="2" charset="0"/>
                <a:ea typeface="方正兰亭黑简体" panose="02000000000000000000" charset="-122"/>
                <a:cs typeface="Lynkco Type" panose="00000500000000000000" pitchFamily="2" charset="0"/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100" b="0">
                <a:solidFill>
                  <a:srgbClr val="5D1EF1"/>
                </a:solidFill>
                <a:latin typeface="方正方俊黑" panose="02010600010101010101" charset="-122"/>
                <a:ea typeface="方正方俊黑" panose="02010600010101010101" charset="-122"/>
                <a:sym typeface="方正方俊黑" panose="02010600010101010101" charset="-122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1"/>
          <p:cNvSpPr>
            <a:spLocks noGrp="1"/>
          </p:cNvSpPr>
          <p:nvPr userDrawn="1">
            <p:custDataLst>
              <p:tags r:id="rId4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>
            <p:custDataLst>
              <p:tags r:id="rId5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>
              <a:solidFill>
                <a:srgbClr val="EC235A"/>
              </a:solidFill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7" name="矩形 6"/>
            <p:cNvSpPr/>
            <p:nvPr userDrawn="1">
              <p:custDataLst>
                <p:tags r:id="rId6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7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8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3" name="矩形 22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4" name="矩形 23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3428999"/>
            <a:ext cx="12192000" cy="3446780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6" name="矩形 5"/>
          <p:cNvSpPr/>
          <p:nvPr userDrawn="1">
            <p:custDataLst>
              <p:tags r:id="rId3"/>
            </p:custDataLst>
          </p:nvPr>
        </p:nvSpPr>
        <p:spPr>
          <a:xfrm>
            <a:off x="346075" y="280036"/>
            <a:ext cx="11499851" cy="5934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413386" y="704851"/>
            <a:ext cx="11161395" cy="917575"/>
          </a:xfrm>
        </p:spPr>
        <p:txBody>
          <a:bodyPr/>
          <a:lstStyle>
            <a:lvl1pPr marL="0" indent="0">
              <a:buNone/>
              <a:defRPr sz="3500">
                <a:solidFill>
                  <a:schemeClr val="tx1"/>
                </a:solidFill>
                <a:latin typeface="Lynkco Type" panose="00000500000000000000" pitchFamily="2" charset="0"/>
                <a:ea typeface="方正兰亭黑简体" panose="02000000000000000000" charset="-122"/>
                <a:cs typeface="Lynkco Type" panose="00000500000000000000" pitchFamily="2" charset="0"/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100" b="0">
                <a:solidFill>
                  <a:srgbClr val="5D1EF1"/>
                </a:solidFill>
                <a:latin typeface="方正方俊黑" panose="02010600010101010101" charset="-122"/>
                <a:ea typeface="方正方俊黑" panose="02010600010101010101" charset="-122"/>
                <a:sym typeface="方正方俊黑" panose="02010600010101010101" charset="-122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cxnSp>
        <p:nvCxnSpPr>
          <p:cNvPr id="16" name="Rak 14"/>
          <p:cNvCxnSpPr/>
          <p:nvPr userDrawn="1">
            <p:custDataLst>
              <p:tags r:id="rId6"/>
            </p:custDataLst>
          </p:nvPr>
        </p:nvCxnSpPr>
        <p:spPr>
          <a:xfrm flipV="1">
            <a:off x="513348" y="6213202"/>
            <a:ext cx="11175365" cy="635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Bildobjekt 1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sp>
        <p:nvSpPr>
          <p:cNvPr id="4" name="灯片编号占位符 1"/>
          <p:cNvSpPr>
            <a:spLocks noGrp="1"/>
          </p:cNvSpPr>
          <p:nvPr userDrawn="1">
            <p:custDataLst>
              <p:tags r:id="rId9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 userDrawn="1">
            <p:custDataLst>
              <p:tags r:id="rId10"/>
            </p:custDataLst>
          </p:nvPr>
        </p:nvSpPr>
        <p:spPr>
          <a:xfrm>
            <a:off x="12192000" y="731520"/>
            <a:ext cx="392430" cy="370205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9" name="矩形 8"/>
          <p:cNvSpPr/>
          <p:nvPr userDrawn="1">
            <p:custDataLst>
              <p:tags r:id="rId11"/>
            </p:custDataLst>
          </p:nvPr>
        </p:nvSpPr>
        <p:spPr>
          <a:xfrm>
            <a:off x="12192000" y="-8890"/>
            <a:ext cx="392430" cy="37020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10" name="矩形 9"/>
          <p:cNvSpPr/>
          <p:nvPr userDrawn="1">
            <p:custDataLst>
              <p:tags r:id="rId12"/>
            </p:custDataLst>
          </p:nvPr>
        </p:nvSpPr>
        <p:spPr>
          <a:xfrm>
            <a:off x="12192000" y="361316"/>
            <a:ext cx="392430" cy="37020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ruta 5"/>
          <p:cNvSpPr txBox="1"/>
          <p:nvPr userDrawn="1">
            <p:custDataLst>
              <p:tags r:id="rId2"/>
            </p:custDataLst>
          </p:nvPr>
        </p:nvSpPr>
        <p:spPr>
          <a:xfrm>
            <a:off x="1559560" y="2284730"/>
            <a:ext cx="9072880" cy="1329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en-US" sz="7000" b="0" i="0" spc="124" baseline="0" dirty="0">
                <a:solidFill>
                  <a:schemeClr val="tx1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THANK YOU</a:t>
            </a:r>
            <a:endParaRPr lang="en-US" sz="7000" b="0" i="0" spc="124" baseline="0" dirty="0">
              <a:solidFill>
                <a:srgbClr val="01DCC6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  <a:p>
            <a:pPr algn="ctr" eaLnBrk="0" fontAlgn="base" hangingPunct="0"/>
            <a:r>
              <a:rPr lang="en-US" sz="1050" b="0" i="0" spc="124" baseline="0" dirty="0">
                <a:solidFill>
                  <a:schemeClr val="tx1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SEE YOU NEXT TIME</a:t>
            </a:r>
            <a:endParaRPr lang="en-US" sz="1050" b="0" i="0" spc="124" baseline="0" dirty="0">
              <a:solidFill>
                <a:schemeClr val="tx1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pic>
        <p:nvPicPr>
          <p:cNvPr id="9" name="Bildobjekt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5705857" y="6495148"/>
            <a:ext cx="780288" cy="112395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5"/>
            </p:custDataLst>
          </p:nvPr>
        </p:nvSpPr>
        <p:spPr>
          <a:xfrm>
            <a:off x="12192000" y="731520"/>
            <a:ext cx="392430" cy="370205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3" name="矩形 2"/>
          <p:cNvSpPr/>
          <p:nvPr userDrawn="1">
            <p:custDataLst>
              <p:tags r:id="rId6"/>
            </p:custDataLst>
          </p:nvPr>
        </p:nvSpPr>
        <p:spPr>
          <a:xfrm>
            <a:off x="12192000" y="-8890"/>
            <a:ext cx="392430" cy="37020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sp>
        <p:nvSpPr>
          <p:cNvPr id="4" name="矩形 3"/>
          <p:cNvSpPr/>
          <p:nvPr userDrawn="1">
            <p:custDataLst>
              <p:tags r:id="rId7"/>
            </p:custDataLst>
          </p:nvPr>
        </p:nvSpPr>
        <p:spPr>
          <a:xfrm>
            <a:off x="12192000" y="361316"/>
            <a:ext cx="392430" cy="37020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6975" y="3609142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050" b="0" cap="all" spc="124" baseline="0">
                <a:solidFill>
                  <a:schemeClr val="bg1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en-US" altLang="sv-SE" dirty="0"/>
              <a:t>DATE            </a:t>
            </a:r>
            <a:r>
              <a:rPr lang="sv-SE" dirty="0"/>
              <a:t>YYYY-MM-DD</a:t>
            </a:r>
            <a:endParaRPr lang="en-US" dirty="0"/>
          </a:p>
        </p:txBody>
      </p:sp>
      <p:pic>
        <p:nvPicPr>
          <p:cNvPr id="2" name="Bildobjekt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9505950" y="6216015"/>
            <a:ext cx="2200910" cy="316865"/>
          </a:xfrm>
          <a:prstGeom prst="rect">
            <a:avLst/>
          </a:prstGeom>
        </p:spPr>
      </p:pic>
      <p:sp>
        <p:nvSpPr>
          <p:cNvPr id="34" name="Platshållare för text 33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1196975" y="3127942"/>
            <a:ext cx="10263430" cy="4810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1" i="0" cap="all" spc="165" baseline="0">
                <a:solidFill>
                  <a:schemeClr val="bg1"/>
                </a:solidFill>
                <a:latin typeface="Lynkco Type" panose="00000500000000000000" pitchFamily="2" charset="0"/>
                <a:ea typeface="Lynkco Type" panose="00000500000000000000" pitchFamily="2" charset="0"/>
                <a:cs typeface="Arial" panose="020B0604020202020204" pitchFamily="34" charset="0"/>
              </a:defRPr>
            </a:lvl1pPr>
            <a:lvl2pPr>
              <a:defRPr sz="1230"/>
            </a:lvl2pPr>
            <a:lvl3pPr>
              <a:defRPr sz="1230"/>
            </a:lvl3pPr>
            <a:lvl4pPr>
              <a:defRPr sz="1230"/>
            </a:lvl4pPr>
            <a:lvl5pPr>
              <a:defRPr sz="1230"/>
            </a:lvl5pPr>
          </a:lstStyle>
          <a:p>
            <a:pPr lvl="0"/>
            <a:r>
              <a:rPr lang="en-US" dirty="0"/>
              <a:t>SUB-HEADER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96976" y="2108200"/>
            <a:ext cx="7018655" cy="546100"/>
          </a:xfrm>
        </p:spPr>
        <p:txBody>
          <a:bodyPr/>
          <a:lstStyle>
            <a:lvl1pPr marL="0" indent="0">
              <a:buNone/>
              <a:defRPr sz="3150">
                <a:solidFill>
                  <a:schemeClr val="bg1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lang="en-US" altLang="zh-CN"/>
              <a:t>PRESENTATION TITLE</a:t>
            </a:r>
            <a:endParaRPr lang="en-US" altLang="zh-CN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3" name="矩形 2"/>
            <p:cNvSpPr/>
            <p:nvPr userDrawn="1">
              <p:custDataLst>
                <p:tags r:id="rId7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" name="矩形 3"/>
            <p:cNvSpPr/>
            <p:nvPr userDrawn="1">
              <p:custDataLst>
                <p:tags r:id="rId8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5" name="矩形 4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1" name="矩形 10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6" name="矩形 15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Platshållare för text 4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6372257" y="451710"/>
            <a:ext cx="5440155" cy="5540721"/>
          </a:xfrm>
          <a:prstGeom prst="rect">
            <a:avLst/>
          </a:prstGeom>
        </p:spPr>
        <p:txBody>
          <a:bodyPr anchor="ctr" anchorCtr="0"/>
          <a:lstStyle>
            <a:lvl1pPr marL="250190" indent="-250190">
              <a:lnSpc>
                <a:spcPts val="1655"/>
              </a:lnSpc>
              <a:buFont typeface="Arial" panose="020B0604020202020204" pitchFamily="34" charset="0"/>
              <a:buChar char="•"/>
              <a:defRPr sz="1575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en-US" dirty="0"/>
              <a:t>CHAPTER 1</a:t>
            </a:r>
            <a:endParaRPr lang="en-US" dirty="0"/>
          </a:p>
          <a:p>
            <a:pPr lvl="0"/>
            <a:r>
              <a:rPr lang="en-US" dirty="0"/>
              <a:t>CHAPTER 2</a:t>
            </a:r>
            <a:endParaRPr lang="en-US" dirty="0"/>
          </a:p>
          <a:p>
            <a:pPr lvl="0"/>
            <a:r>
              <a:rPr lang="en-US" dirty="0"/>
              <a:t>CHAPTER 3</a:t>
            </a:r>
            <a:endParaRPr lang="en-US" dirty="0"/>
          </a:p>
        </p:txBody>
      </p:sp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2398350" y="3658673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575" b="0" cap="all" spc="124" baseline="0">
                <a:solidFill>
                  <a:schemeClr val="bg1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sv-SE" dirty="0"/>
              <a:t>YYYY-MM-DD</a:t>
            </a:r>
            <a:endParaRPr lang="en-US" dirty="0"/>
          </a:p>
        </p:txBody>
      </p:sp>
      <p:sp>
        <p:nvSpPr>
          <p:cNvPr id="24" name="textruta 5"/>
          <p:cNvSpPr txBox="1"/>
          <p:nvPr userDrawn="1">
            <p:custDataLst>
              <p:tags r:id="rId6"/>
            </p:custDataLst>
          </p:nvPr>
        </p:nvSpPr>
        <p:spPr>
          <a:xfrm>
            <a:off x="1219520" y="3818348"/>
            <a:ext cx="770202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/>
            <a:r>
              <a:rPr lang="en-US" sz="1050" b="0" i="0" spc="124" baseline="0" dirty="0">
                <a:solidFill>
                  <a:schemeClr val="bg1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DATE</a:t>
            </a:r>
            <a:endParaRPr lang="en-US" sz="1050" b="0" i="0" spc="124" baseline="0" dirty="0">
              <a:solidFill>
                <a:schemeClr val="bg1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sp>
        <p:nvSpPr>
          <p:cNvPr id="8" name="灯片编号占位符 5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8"/>
            </p:custDataLst>
          </p:nvPr>
        </p:nvSpPr>
        <p:spPr>
          <a:xfrm>
            <a:off x="1178561" y="2379345"/>
            <a:ext cx="3925570" cy="917575"/>
          </a:xfrm>
        </p:spPr>
        <p:txBody>
          <a:bodyPr/>
          <a:lstStyle>
            <a:lvl1pPr marL="0" indent="0">
              <a:buNone/>
              <a:defRPr sz="6300">
                <a:solidFill>
                  <a:srgbClr val="1EF1C6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en-US" altLang="zh-CN" dirty="0"/>
          </a:p>
        </p:txBody>
      </p:sp>
      <p:pic>
        <p:nvPicPr>
          <p:cNvPr id="2" name="Bildobjekt 1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11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3" name="矩形 2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9" name="矩形 8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3" name="矩形 12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0" name="矩形 29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9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30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4" name="矩形 33"/>
            <p:cNvSpPr/>
            <p:nvPr userDrawn="1">
              <p:custDataLst>
                <p:tags r:id="rId31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6" y="704851"/>
            <a:ext cx="11161395" cy="917575"/>
          </a:xfrm>
        </p:spPr>
        <p:txBody>
          <a:bodyPr/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100" b="0">
                <a:solidFill>
                  <a:srgbClr val="1EF1C6"/>
                </a:solidFill>
                <a:latin typeface="方正兰亭中黑_GBK" panose="02000000000000000000" charset="-122"/>
                <a:ea typeface="方正兰亭中黑_GBK" panose="02000000000000000000" charset="-122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2" name="Bildobjekt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cxnSp>
        <p:nvCxnSpPr>
          <p:cNvPr id="20" name="Rak 14"/>
          <p:cNvCxnSpPr/>
          <p:nvPr userDrawn="1">
            <p:custDataLst>
              <p:tags r:id="rId6"/>
            </p:custDataLst>
          </p:nvPr>
        </p:nvCxnSpPr>
        <p:spPr>
          <a:xfrm>
            <a:off x="513348" y="6314167"/>
            <a:ext cx="11165305" cy="1925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灯片编号占位符 1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>
            <p:custDataLst>
              <p:tags r:id="rId8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1EF1C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5" name="矩形 4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6" name="矩形 5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5" name="矩形 14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6" name="矩形 15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7" name="矩形 16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3" name="矩形 22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Platshållare för text 4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6372257" y="451710"/>
            <a:ext cx="5440155" cy="5540721"/>
          </a:xfrm>
          <a:prstGeom prst="rect">
            <a:avLst/>
          </a:prstGeom>
        </p:spPr>
        <p:txBody>
          <a:bodyPr anchor="ctr" anchorCtr="0"/>
          <a:lstStyle>
            <a:lvl1pPr marL="250190" indent="-250190">
              <a:lnSpc>
                <a:spcPts val="1655"/>
              </a:lnSpc>
              <a:buFont typeface="Arial" panose="020B0604020202020204" pitchFamily="34" charset="0"/>
              <a:buChar char="•"/>
              <a:defRPr sz="1575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en-US" dirty="0"/>
              <a:t>CHAPTER 1</a:t>
            </a:r>
            <a:endParaRPr lang="en-US" dirty="0"/>
          </a:p>
          <a:p>
            <a:pPr lvl="0"/>
            <a:r>
              <a:rPr lang="en-US" dirty="0"/>
              <a:t>CHAPTER 2</a:t>
            </a:r>
            <a:endParaRPr lang="en-US" dirty="0"/>
          </a:p>
          <a:p>
            <a:pPr lvl="0"/>
            <a:r>
              <a:rPr lang="en-US" dirty="0"/>
              <a:t>CHAPTER 3</a:t>
            </a:r>
            <a:endParaRPr lang="en-US" dirty="0"/>
          </a:p>
        </p:txBody>
      </p:sp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2398350" y="3658673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575" b="0" cap="all" spc="124" baseline="0">
                <a:solidFill>
                  <a:schemeClr val="bg1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sv-SE" dirty="0"/>
              <a:t>YYYY-MM-DD</a:t>
            </a:r>
            <a:endParaRPr lang="en-US" dirty="0"/>
          </a:p>
        </p:txBody>
      </p:sp>
      <p:sp>
        <p:nvSpPr>
          <p:cNvPr id="24" name="textruta 5"/>
          <p:cNvSpPr txBox="1"/>
          <p:nvPr userDrawn="1">
            <p:custDataLst>
              <p:tags r:id="rId6"/>
            </p:custDataLst>
          </p:nvPr>
        </p:nvSpPr>
        <p:spPr>
          <a:xfrm>
            <a:off x="1219520" y="3818348"/>
            <a:ext cx="770202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/>
            <a:r>
              <a:rPr lang="en-US" sz="1050" b="0" i="0" spc="124" baseline="0" dirty="0">
                <a:solidFill>
                  <a:schemeClr val="bg1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DATE</a:t>
            </a:r>
            <a:endParaRPr lang="en-US" sz="1050" b="0" i="0" spc="124" baseline="0" dirty="0">
              <a:solidFill>
                <a:schemeClr val="bg1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sp>
        <p:nvSpPr>
          <p:cNvPr id="8" name="灯片编号占位符 5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8"/>
            </p:custDataLst>
          </p:nvPr>
        </p:nvSpPr>
        <p:spPr>
          <a:xfrm>
            <a:off x="1178561" y="2379345"/>
            <a:ext cx="3925570" cy="917575"/>
          </a:xfrm>
        </p:spPr>
        <p:txBody>
          <a:bodyPr/>
          <a:lstStyle>
            <a:lvl1pPr marL="0" indent="0">
              <a:buNone/>
              <a:defRPr sz="6300">
                <a:solidFill>
                  <a:srgbClr val="DC1860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en-US" altLang="zh-CN" dirty="0"/>
          </a:p>
        </p:txBody>
      </p:sp>
      <p:pic>
        <p:nvPicPr>
          <p:cNvPr id="2" name="Bildobjekt 1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11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en-US" altLang="zh-CN" sz="1905">
              <a:solidFill>
                <a:srgbClr val="00DBC5"/>
              </a:solidFill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-11431"/>
            <a:ext cx="355600" cy="6720841"/>
            <a:chOff x="19200" y="-18"/>
            <a:chExt cx="560" cy="10584"/>
          </a:xfrm>
        </p:grpSpPr>
        <p:sp>
          <p:nvSpPr>
            <p:cNvPr id="3" name="矩形 2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9" name="矩形 8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3" name="矩形 12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0" name="矩形 29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9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30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4" name="矩形 33"/>
            <p:cNvSpPr/>
            <p:nvPr userDrawn="1">
              <p:custDataLst>
                <p:tags r:id="rId31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6" y="704851"/>
            <a:ext cx="11161395" cy="917575"/>
          </a:xfrm>
        </p:spPr>
        <p:txBody>
          <a:bodyPr/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100" b="0">
                <a:solidFill>
                  <a:srgbClr val="DC1860"/>
                </a:solidFill>
                <a:latin typeface="方正兰亭中黑_GBK" panose="02000000000000000000" charset="-122"/>
                <a:ea typeface="方正兰亭中黑_GBK" panose="02000000000000000000" charset="-122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2" name="Bildobjekt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cxnSp>
        <p:nvCxnSpPr>
          <p:cNvPr id="20" name="Rak 14"/>
          <p:cNvCxnSpPr/>
          <p:nvPr userDrawn="1">
            <p:custDataLst>
              <p:tags r:id="rId6"/>
            </p:custDataLst>
          </p:nvPr>
        </p:nvCxnSpPr>
        <p:spPr>
          <a:xfrm>
            <a:off x="513348" y="6314167"/>
            <a:ext cx="11165305" cy="1925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灯片编号占位符 1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>
            <p:custDataLst>
              <p:tags r:id="rId8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DC186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en-US" altLang="zh-CN" sz="1905">
              <a:solidFill>
                <a:srgbClr val="00DBC5"/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2192000" y="8890"/>
            <a:ext cx="355600" cy="6720841"/>
            <a:chOff x="19200" y="-18"/>
            <a:chExt cx="560" cy="10584"/>
          </a:xfrm>
        </p:grpSpPr>
        <p:sp>
          <p:nvSpPr>
            <p:cNvPr id="30" name="矩形 29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4" name="矩形 33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5" name="矩形 34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6" name="矩形 35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7" name="矩形 36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8" name="矩形 37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9" name="矩形 38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0" name="矩形 39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1" name="矩形 40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2" name="矩形 41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3" name="矩形 42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4" name="矩形 43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5" name="矩形 44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6" name="矩形 45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7" name="矩形 46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8" name="矩形 47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9" name="矩形 48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50" name="矩形 49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51" name="矩形 50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52" name="矩形 51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Platshållare för text 4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6372257" y="451710"/>
            <a:ext cx="5440155" cy="5540721"/>
          </a:xfrm>
          <a:prstGeom prst="rect">
            <a:avLst/>
          </a:prstGeom>
        </p:spPr>
        <p:txBody>
          <a:bodyPr anchor="ctr" anchorCtr="0"/>
          <a:lstStyle>
            <a:lvl1pPr marL="250190" indent="-250190">
              <a:lnSpc>
                <a:spcPts val="1655"/>
              </a:lnSpc>
              <a:buFont typeface="Arial" panose="020B0604020202020204" pitchFamily="34" charset="0"/>
              <a:buChar char="•"/>
              <a:defRPr sz="1575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en-US" dirty="0"/>
              <a:t>CHAPTER 1</a:t>
            </a:r>
            <a:endParaRPr lang="en-US" dirty="0"/>
          </a:p>
          <a:p>
            <a:pPr lvl="0"/>
            <a:r>
              <a:rPr lang="en-US" dirty="0"/>
              <a:t>CHAPTER 2</a:t>
            </a:r>
            <a:endParaRPr lang="en-US" dirty="0"/>
          </a:p>
          <a:p>
            <a:pPr lvl="0"/>
            <a:r>
              <a:rPr lang="en-US" dirty="0"/>
              <a:t>CHAPTER 3</a:t>
            </a:r>
            <a:endParaRPr lang="en-US" dirty="0"/>
          </a:p>
        </p:txBody>
      </p:sp>
      <p:sp>
        <p:nvSpPr>
          <p:cNvPr id="23" name="Rubrik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2398350" y="3658673"/>
            <a:ext cx="3674482" cy="47309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2480"/>
              </a:lnSpc>
              <a:defRPr sz="1575" b="0" cap="all" spc="124" baseline="0">
                <a:solidFill>
                  <a:schemeClr val="bg1"/>
                </a:solidFill>
                <a:latin typeface="Lynkco Type" panose="00000500000000000000" pitchFamily="2" charset="0"/>
                <a:ea typeface="微软雅黑" panose="020B0503020204020204" charset="-122"/>
                <a:cs typeface="Lynkco Type" panose="00000500000000000000" pitchFamily="2" charset="0"/>
              </a:defRPr>
            </a:lvl1pPr>
          </a:lstStyle>
          <a:p>
            <a:r>
              <a:rPr lang="sv-SE" dirty="0"/>
              <a:t>YYYY-MM-DD</a:t>
            </a:r>
            <a:endParaRPr lang="en-US" dirty="0"/>
          </a:p>
        </p:txBody>
      </p:sp>
      <p:sp>
        <p:nvSpPr>
          <p:cNvPr id="24" name="textruta 5"/>
          <p:cNvSpPr txBox="1"/>
          <p:nvPr userDrawn="1">
            <p:custDataLst>
              <p:tags r:id="rId6"/>
            </p:custDataLst>
          </p:nvPr>
        </p:nvSpPr>
        <p:spPr>
          <a:xfrm>
            <a:off x="1219520" y="3818348"/>
            <a:ext cx="770202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/>
            <a:r>
              <a:rPr lang="en-US" sz="1050" b="0" i="0" spc="124" baseline="0" dirty="0">
                <a:solidFill>
                  <a:schemeClr val="bg1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DATE</a:t>
            </a:r>
            <a:endParaRPr lang="en-US" sz="1050" b="0" i="0" spc="124" baseline="0" dirty="0">
              <a:solidFill>
                <a:schemeClr val="bg1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sp>
        <p:nvSpPr>
          <p:cNvPr id="8" name="灯片编号占位符 5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8"/>
            </p:custDataLst>
          </p:nvPr>
        </p:nvSpPr>
        <p:spPr>
          <a:xfrm>
            <a:off x="1178561" y="2379345"/>
            <a:ext cx="3925570" cy="917575"/>
          </a:xfrm>
        </p:spPr>
        <p:txBody>
          <a:bodyPr/>
          <a:lstStyle>
            <a:lvl1pPr marL="0" indent="0">
              <a:buNone/>
              <a:defRPr sz="6300">
                <a:solidFill>
                  <a:srgbClr val="5D1EF1"/>
                </a:solidFill>
                <a:latin typeface="Lynkco Type Medium" panose="00000600000000000000" charset="0"/>
                <a:cs typeface="Lynkco Type Medium" panose="00000600000000000000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en-US" altLang="zh-CN" dirty="0"/>
          </a:p>
        </p:txBody>
      </p:sp>
      <p:pic>
        <p:nvPicPr>
          <p:cNvPr id="2" name="Bildobjekt 1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11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8890"/>
            <a:ext cx="355600" cy="6720841"/>
            <a:chOff x="19200" y="-18"/>
            <a:chExt cx="560" cy="10584"/>
          </a:xfrm>
        </p:grpSpPr>
        <p:sp>
          <p:nvSpPr>
            <p:cNvPr id="3" name="矩形 2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9" name="矩形 8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3" name="矩形 12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0" name="矩形 29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9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30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4" name="矩形 33"/>
            <p:cNvSpPr/>
            <p:nvPr userDrawn="1">
              <p:custDataLst>
                <p:tags r:id="rId31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13386" y="704851"/>
            <a:ext cx="11161395" cy="917575"/>
          </a:xfrm>
        </p:spPr>
        <p:txBody>
          <a:bodyPr/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HEADER</a:t>
            </a:r>
            <a:endParaRPr kumimoji="1"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4180" y="1895475"/>
            <a:ext cx="11151235" cy="3958590"/>
          </a:xfrm>
        </p:spPr>
        <p:txBody>
          <a:bodyPr/>
          <a:lstStyle>
            <a:lvl1pPr marL="0" indent="0">
              <a:buNone/>
              <a:defRPr sz="2100" b="0">
                <a:solidFill>
                  <a:srgbClr val="5D1EF1"/>
                </a:solidFill>
                <a:latin typeface="方正兰亭中黑_GBK" panose="02000000000000000000" charset="-122"/>
                <a:ea typeface="方正兰亭中黑_GBK" panose="02000000000000000000" charset="-122"/>
              </a:defRPr>
            </a:lvl1pPr>
          </a:lstStyle>
          <a:p>
            <a:r>
              <a:rPr kumimoji="1" lang="zh-CN" altLang="en-US" dirty="0"/>
              <a:t>重点突出内容采用识别色</a:t>
            </a:r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2" name="Bildobjekt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5705857" y="6468477"/>
            <a:ext cx="780288" cy="112395"/>
          </a:xfrm>
          <a:prstGeom prst="rect">
            <a:avLst/>
          </a:prstGeom>
        </p:spPr>
      </p:pic>
      <p:cxnSp>
        <p:nvCxnSpPr>
          <p:cNvPr id="20" name="Rak 14"/>
          <p:cNvCxnSpPr/>
          <p:nvPr userDrawn="1">
            <p:custDataLst>
              <p:tags r:id="rId6"/>
            </p:custDataLst>
          </p:nvPr>
        </p:nvCxnSpPr>
        <p:spPr>
          <a:xfrm>
            <a:off x="513348" y="6314167"/>
            <a:ext cx="11165305" cy="1925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灯片编号占位符 1"/>
          <p:cNvSpPr>
            <a:spLocks noGrp="1"/>
          </p:cNvSpPr>
          <p:nvPr userDrawn="1">
            <p:custDataLst>
              <p:tags r:id="rId7"/>
            </p:custDataLst>
          </p:nvPr>
        </p:nvSpPr>
        <p:spPr>
          <a:xfrm>
            <a:off x="9004600" y="6441399"/>
            <a:ext cx="2700000" cy="316800"/>
          </a:xfrm>
          <a:prstGeom prst="rect">
            <a:avLst/>
          </a:prstGeom>
        </p:spPr>
        <p:txBody>
          <a:bodyPr vert="horz" lIns="80013" tIns="40006" rIns="80013" bIns="40006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/>
            <a:fld id="{49AE70B2-8BF9-45C0-BB95-33D1B9D3A854}" type="slidenum">
              <a:rPr lang="zh-CN" altLang="en-US" sz="875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875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>
            <p:custDataLst>
              <p:tags r:id="rId8"/>
            </p:custDataLst>
          </p:nvPr>
        </p:nvSpPr>
        <p:spPr>
          <a:xfrm>
            <a:off x="0" y="-17780"/>
            <a:ext cx="132715" cy="6892925"/>
          </a:xfrm>
          <a:prstGeom prst="rect">
            <a:avLst/>
          </a:prstGeom>
          <a:solidFill>
            <a:srgbClr val="5D1EF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en-US" altLang="zh-CN" sz="1905">
              <a:solidFill>
                <a:srgbClr val="00DBC5"/>
              </a:solidFill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2192000" y="8890"/>
            <a:ext cx="355600" cy="6720841"/>
            <a:chOff x="19200" y="-18"/>
            <a:chExt cx="560" cy="10584"/>
          </a:xfrm>
        </p:grpSpPr>
        <p:sp>
          <p:nvSpPr>
            <p:cNvPr id="31" name="矩形 30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4" name="矩形 33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5" name="矩形 34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6" name="矩形 35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7" name="矩形 36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8" name="矩形 37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9" name="矩形 38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0" name="矩形 39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1" name="矩形 40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2" name="矩形 41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3" name="矩形 42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4" name="矩形 43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5" name="矩形 44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6" name="矩形 45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7" name="矩形 46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8" name="矩形 47"/>
            <p:cNvSpPr/>
            <p:nvPr userDrawn="1">
              <p:custDataLst>
                <p:tags r:id="rId25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49" name="矩形 48"/>
            <p:cNvSpPr/>
            <p:nvPr userDrawn="1">
              <p:custDataLst>
                <p:tags r:id="rId26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50" name="矩形 49"/>
            <p:cNvSpPr/>
            <p:nvPr userDrawn="1">
              <p:custDataLst>
                <p:tags r:id="rId27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51" name="矩形 50"/>
            <p:cNvSpPr/>
            <p:nvPr userDrawn="1">
              <p:custDataLst>
                <p:tags r:id="rId28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ruta 5"/>
          <p:cNvSpPr txBox="1"/>
          <p:nvPr userDrawn="1">
            <p:custDataLst>
              <p:tags r:id="rId2"/>
            </p:custDataLst>
          </p:nvPr>
        </p:nvSpPr>
        <p:spPr>
          <a:xfrm>
            <a:off x="1559560" y="2284730"/>
            <a:ext cx="9072880" cy="1329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en-US" sz="7000" b="0" i="0" spc="124" baseline="0" dirty="0">
                <a:solidFill>
                  <a:schemeClr val="bg1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THANK YOU</a:t>
            </a:r>
            <a:endParaRPr lang="en-US" sz="7000" b="0" i="0" spc="124" baseline="0" dirty="0">
              <a:solidFill>
                <a:srgbClr val="01DCC6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  <a:p>
            <a:pPr algn="ctr" eaLnBrk="0" fontAlgn="base" hangingPunct="0"/>
            <a:r>
              <a:rPr lang="en-US" sz="1050" b="0" i="0" spc="124" baseline="0" dirty="0">
                <a:solidFill>
                  <a:schemeClr val="bg1"/>
                </a:solidFill>
                <a:latin typeface="Lynkco Type" panose="00000500000000000000" pitchFamily="2" charset="0"/>
                <a:ea typeface="Sofia Pro Extra Light" charset="0"/>
                <a:cs typeface="Sofia Pro Extra Light" charset="0"/>
              </a:rPr>
              <a:t>SEE YOU NEXT TIME</a:t>
            </a:r>
            <a:endParaRPr lang="en-US" sz="1050" b="0" i="0" spc="124" baseline="0" dirty="0">
              <a:solidFill>
                <a:schemeClr val="bg1"/>
              </a:solidFill>
              <a:latin typeface="Lynkco Type" panose="00000500000000000000" pitchFamily="2" charset="0"/>
              <a:ea typeface="Sofia Pro Extra Light" charset="0"/>
              <a:cs typeface="Sofia Pro Extra Light" charset="0"/>
            </a:endParaRPr>
          </a:p>
        </p:txBody>
      </p:sp>
      <p:pic>
        <p:nvPicPr>
          <p:cNvPr id="4" name="Bildobjekt 1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5705857" y="6495148"/>
            <a:ext cx="780288" cy="112395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12192000" y="8890"/>
            <a:ext cx="355600" cy="6720841"/>
            <a:chOff x="19200" y="-18"/>
            <a:chExt cx="560" cy="10584"/>
          </a:xfrm>
        </p:grpSpPr>
        <p:sp>
          <p:nvSpPr>
            <p:cNvPr id="6" name="矩形 5"/>
            <p:cNvSpPr/>
            <p:nvPr userDrawn="1">
              <p:custDataLst>
                <p:tags r:id="rId5"/>
              </p:custDataLst>
            </p:nvPr>
          </p:nvSpPr>
          <p:spPr>
            <a:xfrm>
              <a:off x="19200" y="3157"/>
              <a:ext cx="560" cy="529"/>
            </a:xfrm>
            <a:prstGeom prst="rect">
              <a:avLst/>
            </a:prstGeom>
            <a:solidFill>
              <a:srgbClr val="5D1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9" name="矩形 8"/>
            <p:cNvSpPr/>
            <p:nvPr userDrawn="1">
              <p:custDataLst>
                <p:tags r:id="rId6"/>
              </p:custDataLst>
            </p:nvPr>
          </p:nvSpPr>
          <p:spPr>
            <a:xfrm>
              <a:off x="19200" y="-18"/>
              <a:ext cx="560" cy="529"/>
            </a:xfrm>
            <a:prstGeom prst="rect">
              <a:avLst/>
            </a:prstGeom>
            <a:solidFill>
              <a:srgbClr val="1EF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0" name="矩形 9"/>
            <p:cNvSpPr/>
            <p:nvPr userDrawn="1">
              <p:custDataLst>
                <p:tags r:id="rId7"/>
              </p:custDataLst>
            </p:nvPr>
          </p:nvSpPr>
          <p:spPr>
            <a:xfrm>
              <a:off x="19200" y="1569"/>
              <a:ext cx="560" cy="529"/>
            </a:xfrm>
            <a:prstGeom prst="rect">
              <a:avLst/>
            </a:prstGeom>
            <a:solidFill>
              <a:srgbClr val="DC1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2" name="矩形 11"/>
            <p:cNvSpPr/>
            <p:nvPr userDrawn="1">
              <p:custDataLst>
                <p:tags r:id="rId8"/>
              </p:custDataLst>
            </p:nvPr>
          </p:nvSpPr>
          <p:spPr>
            <a:xfrm>
              <a:off x="19200" y="511"/>
              <a:ext cx="560" cy="529"/>
            </a:xfrm>
            <a:prstGeom prst="rect">
              <a:avLst/>
            </a:prstGeom>
            <a:solidFill>
              <a:srgbClr val="3395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3" name="矩形 12"/>
            <p:cNvSpPr/>
            <p:nvPr userDrawn="1">
              <p:custDataLst>
                <p:tags r:id="rId9"/>
              </p:custDataLst>
            </p:nvPr>
          </p:nvSpPr>
          <p:spPr>
            <a:xfrm>
              <a:off x="19200" y="1040"/>
              <a:ext cx="560" cy="529"/>
            </a:xfrm>
            <a:prstGeom prst="rect">
              <a:avLst/>
            </a:prstGeom>
            <a:solidFill>
              <a:srgbClr val="354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4" name="矩形 13"/>
            <p:cNvSpPr/>
            <p:nvPr userDrawn="1">
              <p:custDataLst>
                <p:tags r:id="rId10"/>
              </p:custDataLst>
            </p:nvPr>
          </p:nvSpPr>
          <p:spPr>
            <a:xfrm>
              <a:off x="19200" y="2098"/>
              <a:ext cx="560" cy="529"/>
            </a:xfrm>
            <a:prstGeom prst="rect">
              <a:avLst/>
            </a:prstGeom>
            <a:solidFill>
              <a:srgbClr val="8232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8" name="矩形 17"/>
            <p:cNvSpPr/>
            <p:nvPr userDrawn="1">
              <p:custDataLst>
                <p:tags r:id="rId11"/>
              </p:custDataLst>
            </p:nvPr>
          </p:nvSpPr>
          <p:spPr>
            <a:xfrm>
              <a:off x="19200" y="2628"/>
              <a:ext cx="560" cy="529"/>
            </a:xfrm>
            <a:prstGeom prst="rect">
              <a:avLst/>
            </a:prstGeom>
            <a:solidFill>
              <a:srgbClr val="483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19" name="矩形 18"/>
            <p:cNvSpPr/>
            <p:nvPr userDrawn="1">
              <p:custDataLst>
                <p:tags r:id="rId12"/>
              </p:custDataLst>
            </p:nvPr>
          </p:nvSpPr>
          <p:spPr>
            <a:xfrm>
              <a:off x="19200" y="3686"/>
              <a:ext cx="560" cy="529"/>
            </a:xfrm>
            <a:prstGeom prst="rect">
              <a:avLst/>
            </a:prstGeom>
            <a:solidFill>
              <a:srgbClr val="3920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0" name="矩形 19"/>
            <p:cNvSpPr/>
            <p:nvPr userDrawn="1">
              <p:custDataLst>
                <p:tags r:id="rId13"/>
              </p:custDataLst>
            </p:nvPr>
          </p:nvSpPr>
          <p:spPr>
            <a:xfrm>
              <a:off x="19200" y="4215"/>
              <a:ext cx="560" cy="529"/>
            </a:xfrm>
            <a:prstGeom prst="rect">
              <a:avLst/>
            </a:prstGeom>
            <a:solidFill>
              <a:srgbClr val="2E1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1" name="矩形 20"/>
            <p:cNvSpPr/>
            <p:nvPr userDrawn="1">
              <p:custDataLst>
                <p:tags r:id="rId14"/>
              </p:custDataLst>
            </p:nvPr>
          </p:nvSpPr>
          <p:spPr>
            <a:xfrm>
              <a:off x="19200" y="4744"/>
              <a:ext cx="560" cy="5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2" name="矩形 21"/>
            <p:cNvSpPr/>
            <p:nvPr userDrawn="1">
              <p:custDataLst>
                <p:tags r:id="rId15"/>
              </p:custDataLst>
            </p:nvPr>
          </p:nvSpPr>
          <p:spPr>
            <a:xfrm>
              <a:off x="19200" y="5273"/>
              <a:ext cx="560" cy="529"/>
            </a:xfrm>
            <a:prstGeom prst="rect">
              <a:avLst/>
            </a:prstGeom>
            <a:solidFill>
              <a:srgbClr val="1313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5" name="矩形 24"/>
            <p:cNvSpPr/>
            <p:nvPr userDrawn="1">
              <p:custDataLst>
                <p:tags r:id="rId16"/>
              </p:custDataLst>
            </p:nvPr>
          </p:nvSpPr>
          <p:spPr>
            <a:xfrm>
              <a:off x="19200" y="5802"/>
              <a:ext cx="560" cy="529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6" name="矩形 25"/>
            <p:cNvSpPr/>
            <p:nvPr userDrawn="1">
              <p:custDataLst>
                <p:tags r:id="rId17"/>
              </p:custDataLst>
            </p:nvPr>
          </p:nvSpPr>
          <p:spPr>
            <a:xfrm>
              <a:off x="19200" y="6331"/>
              <a:ext cx="560" cy="52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7" name="矩形 26"/>
            <p:cNvSpPr/>
            <p:nvPr userDrawn="1">
              <p:custDataLst>
                <p:tags r:id="rId18"/>
              </p:custDataLst>
            </p:nvPr>
          </p:nvSpPr>
          <p:spPr>
            <a:xfrm>
              <a:off x="19200" y="6860"/>
              <a:ext cx="560" cy="529"/>
            </a:xfrm>
            <a:prstGeom prst="rect">
              <a:avLst/>
            </a:prstGeom>
            <a:solidFill>
              <a:srgbClr val="2F2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8" name="矩形 27"/>
            <p:cNvSpPr/>
            <p:nvPr userDrawn="1">
              <p:custDataLst>
                <p:tags r:id="rId19"/>
              </p:custDataLst>
            </p:nvPr>
          </p:nvSpPr>
          <p:spPr>
            <a:xfrm>
              <a:off x="19200" y="7389"/>
              <a:ext cx="560" cy="529"/>
            </a:xfrm>
            <a:prstGeom prst="rect">
              <a:avLst/>
            </a:prstGeom>
            <a:solidFill>
              <a:srgbClr val="3939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29" name="矩形 28"/>
            <p:cNvSpPr/>
            <p:nvPr userDrawn="1">
              <p:custDataLst>
                <p:tags r:id="rId20"/>
              </p:custDataLst>
            </p:nvPr>
          </p:nvSpPr>
          <p:spPr>
            <a:xfrm>
              <a:off x="19200" y="7919"/>
              <a:ext cx="560" cy="529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0" name="矩形 29"/>
            <p:cNvSpPr/>
            <p:nvPr userDrawn="1">
              <p:custDataLst>
                <p:tags r:id="rId21"/>
              </p:custDataLst>
            </p:nvPr>
          </p:nvSpPr>
          <p:spPr>
            <a:xfrm>
              <a:off x="19200" y="8448"/>
              <a:ext cx="560" cy="529"/>
            </a:xfrm>
            <a:prstGeom prst="rect">
              <a:avLst/>
            </a:prstGeom>
            <a:solidFill>
              <a:srgbClr val="8D8D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1" name="矩形 30"/>
            <p:cNvSpPr/>
            <p:nvPr userDrawn="1">
              <p:custDataLst>
                <p:tags r:id="rId22"/>
              </p:custDataLst>
            </p:nvPr>
          </p:nvSpPr>
          <p:spPr>
            <a:xfrm>
              <a:off x="19200" y="8976"/>
              <a:ext cx="560" cy="529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2" name="矩形 31"/>
            <p:cNvSpPr/>
            <p:nvPr userDrawn="1">
              <p:custDataLst>
                <p:tags r:id="rId23"/>
              </p:custDataLst>
            </p:nvPr>
          </p:nvSpPr>
          <p:spPr>
            <a:xfrm>
              <a:off x="19200" y="9507"/>
              <a:ext cx="560" cy="52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  <p:sp>
          <p:nvSpPr>
            <p:cNvPr id="34" name="矩形 33"/>
            <p:cNvSpPr/>
            <p:nvPr userDrawn="1">
              <p:custDataLst>
                <p:tags r:id="rId24"/>
              </p:custDataLst>
            </p:nvPr>
          </p:nvSpPr>
          <p:spPr>
            <a:xfrm>
              <a:off x="19200" y="10038"/>
              <a:ext cx="560" cy="5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endParaRPr lang="zh-CN" altLang="en-US" sz="1905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1365" cy="6857365"/>
          </a:xfrm>
          <a:prstGeom prst="rect">
            <a:avLst/>
          </a:prstGeom>
          <a:solidFill>
            <a:srgbClr val="000003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90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kumimoji="1" lang="zh-CN" altLang="en-US" sz="1905" dirty="0">
              <a:solidFill>
                <a:prstClr val="white"/>
              </a:solidFill>
              <a:latin typeface="微软雅黑" panose="020B0503020204020204" charset="-122"/>
            </a:endParaRPr>
          </a:p>
        </p:txBody>
      </p:sp>
      <p:pic>
        <p:nvPicPr>
          <p:cNvPr id="4" name="Bildobjekt 13" descr="G:\领克\工作文档\图片素材\白色lynk&amp;co.png白色lynk&amp;co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5705857" y="6368465"/>
            <a:ext cx="780288" cy="111760"/>
          </a:xfrm>
          <a:prstGeom prst="rect">
            <a:avLst/>
          </a:prstGeom>
        </p:spPr>
      </p:pic>
      <p:cxnSp>
        <p:nvCxnSpPr>
          <p:cNvPr id="5" name="Rak 14"/>
          <p:cNvCxnSpPr/>
          <p:nvPr userDrawn="1"/>
        </p:nvCxnSpPr>
        <p:spPr>
          <a:xfrm>
            <a:off x="513348" y="6213837"/>
            <a:ext cx="11165305" cy="19250"/>
          </a:xfrm>
          <a:prstGeom prst="line">
            <a:avLst/>
          </a:prstGeom>
          <a:noFill/>
          <a:ln w="31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55"/>
          <p:cNvSpPr/>
          <p:nvPr userDrawn="1"/>
        </p:nvSpPr>
        <p:spPr bwMode="auto">
          <a:xfrm>
            <a:off x="744879" y="3218976"/>
            <a:ext cx="11447121" cy="815975"/>
          </a:xfrm>
          <a:custGeom>
            <a:avLst/>
            <a:gdLst>
              <a:gd name="connsiteX0" fmla="*/ 894666 w 11447121"/>
              <a:gd name="connsiteY0" fmla="*/ 0 h 815975"/>
              <a:gd name="connsiteX1" fmla="*/ 3944254 w 11447121"/>
              <a:gd name="connsiteY1" fmla="*/ 0 h 815975"/>
              <a:gd name="connsiteX2" fmla="*/ 8397534 w 11447121"/>
              <a:gd name="connsiteY2" fmla="*/ 0 h 815975"/>
              <a:gd name="connsiteX3" fmla="*/ 11447121 w 11447121"/>
              <a:gd name="connsiteY3" fmla="*/ 0 h 815975"/>
              <a:gd name="connsiteX4" fmla="*/ 11447121 w 11447121"/>
              <a:gd name="connsiteY4" fmla="*/ 815975 h 815975"/>
              <a:gd name="connsiteX5" fmla="*/ 8736973 w 11447121"/>
              <a:gd name="connsiteY5" fmla="*/ 815975 h 815975"/>
              <a:gd name="connsiteX6" fmla="*/ 8397534 w 11447121"/>
              <a:gd name="connsiteY6" fmla="*/ 815975 h 815975"/>
              <a:gd name="connsiteX7" fmla="*/ 7640486 w 11447121"/>
              <a:gd name="connsiteY7" fmla="*/ 815975 h 815975"/>
              <a:gd name="connsiteX8" fmla="*/ 6952256 w 11447121"/>
              <a:gd name="connsiteY8" fmla="*/ 815975 h 815975"/>
              <a:gd name="connsiteX9" fmla="*/ 6700354 w 11447121"/>
              <a:gd name="connsiteY9" fmla="*/ 815975 h 815975"/>
              <a:gd name="connsiteX10" fmla="*/ 5904548 w 11447121"/>
              <a:gd name="connsiteY10" fmla="*/ 815975 h 815975"/>
              <a:gd name="connsiteX11" fmla="*/ 5687386 w 11447121"/>
              <a:gd name="connsiteY11" fmla="*/ 815975 h 815975"/>
              <a:gd name="connsiteX12" fmla="*/ 5241043 w 11447121"/>
              <a:gd name="connsiteY12" fmla="*/ 815975 h 815975"/>
              <a:gd name="connsiteX13" fmla="*/ 4697811 w 11447121"/>
              <a:gd name="connsiteY13" fmla="*/ 815975 h 815975"/>
              <a:gd name="connsiteX14" fmla="*/ 4590899 w 11447121"/>
              <a:gd name="connsiteY14" fmla="*/ 815975 h 815975"/>
              <a:gd name="connsiteX15" fmla="*/ 4262824 w 11447121"/>
              <a:gd name="connsiteY15" fmla="*/ 815975 h 815975"/>
              <a:gd name="connsiteX16" fmla="*/ 3669478 w 11447121"/>
              <a:gd name="connsiteY16" fmla="*/ 815975 h 815975"/>
              <a:gd name="connsiteX17" fmla="*/ 3650766 w 11447121"/>
              <a:gd name="connsiteY17" fmla="*/ 815975 h 815975"/>
              <a:gd name="connsiteX18" fmla="*/ 3364787 w 11447121"/>
              <a:gd name="connsiteY18" fmla="*/ 815975 h 815975"/>
              <a:gd name="connsiteX19" fmla="*/ 3252532 w 11447121"/>
              <a:gd name="connsiteY19" fmla="*/ 815975 h 815975"/>
              <a:gd name="connsiteX20" fmla="*/ 3236496 w 11447121"/>
              <a:gd name="connsiteY20" fmla="*/ 815975 h 815975"/>
              <a:gd name="connsiteX21" fmla="*/ 2854961 w 11447121"/>
              <a:gd name="connsiteY21" fmla="*/ 815975 h 815975"/>
              <a:gd name="connsiteX22" fmla="*/ 186909 w 11447121"/>
              <a:gd name="connsiteY22" fmla="*/ 815975 h 815975"/>
              <a:gd name="connsiteX23" fmla="*/ 9176 w 11447121"/>
              <a:gd name="connsiteY23" fmla="*/ 682625 h 815975"/>
              <a:gd name="connsiteX24" fmla="*/ 6002 w 11447121"/>
              <a:gd name="connsiteY24" fmla="*/ 673100 h 815975"/>
              <a:gd name="connsiteX25" fmla="*/ 94868 w 11447121"/>
              <a:gd name="connsiteY25" fmla="*/ 463550 h 815975"/>
              <a:gd name="connsiteX26" fmla="*/ 894666 w 11447121"/>
              <a:gd name="connsiteY26" fmla="*/ 0 h 815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47121" h="815975">
                <a:moveTo>
                  <a:pt x="894666" y="0"/>
                </a:moveTo>
                <a:lnTo>
                  <a:pt x="3944254" y="0"/>
                </a:lnTo>
                <a:lnTo>
                  <a:pt x="8397534" y="0"/>
                </a:lnTo>
                <a:lnTo>
                  <a:pt x="11447121" y="0"/>
                </a:lnTo>
                <a:cubicBezTo>
                  <a:pt x="11447121" y="815975"/>
                  <a:pt x="11447121" y="815975"/>
                  <a:pt x="11447121" y="815975"/>
                </a:cubicBezTo>
                <a:cubicBezTo>
                  <a:pt x="10420793" y="815975"/>
                  <a:pt x="9522756" y="815975"/>
                  <a:pt x="8736973" y="815975"/>
                </a:cubicBezTo>
                <a:lnTo>
                  <a:pt x="8397534" y="815975"/>
                </a:lnTo>
                <a:lnTo>
                  <a:pt x="7640486" y="815975"/>
                </a:lnTo>
                <a:lnTo>
                  <a:pt x="6952256" y="815975"/>
                </a:lnTo>
                <a:lnTo>
                  <a:pt x="6700354" y="815975"/>
                </a:lnTo>
                <a:lnTo>
                  <a:pt x="5904548" y="815975"/>
                </a:lnTo>
                <a:lnTo>
                  <a:pt x="5687386" y="815975"/>
                </a:lnTo>
                <a:lnTo>
                  <a:pt x="5241043" y="815975"/>
                </a:lnTo>
                <a:lnTo>
                  <a:pt x="4697811" y="815975"/>
                </a:lnTo>
                <a:lnTo>
                  <a:pt x="4590899" y="815975"/>
                </a:lnTo>
                <a:lnTo>
                  <a:pt x="4262824" y="815975"/>
                </a:lnTo>
                <a:lnTo>
                  <a:pt x="3669478" y="815975"/>
                </a:lnTo>
                <a:lnTo>
                  <a:pt x="3650766" y="815975"/>
                </a:lnTo>
                <a:lnTo>
                  <a:pt x="3364787" y="815975"/>
                </a:lnTo>
                <a:lnTo>
                  <a:pt x="3252532" y="815975"/>
                </a:lnTo>
                <a:lnTo>
                  <a:pt x="3236496" y="815975"/>
                </a:lnTo>
                <a:lnTo>
                  <a:pt x="2854961" y="815975"/>
                </a:lnTo>
                <a:cubicBezTo>
                  <a:pt x="186909" y="815975"/>
                  <a:pt x="186909" y="815975"/>
                  <a:pt x="186909" y="815975"/>
                </a:cubicBezTo>
                <a:cubicBezTo>
                  <a:pt x="94868" y="815975"/>
                  <a:pt x="31392" y="755650"/>
                  <a:pt x="9176" y="682625"/>
                </a:cubicBezTo>
                <a:cubicBezTo>
                  <a:pt x="6002" y="673100"/>
                  <a:pt x="6002" y="673100"/>
                  <a:pt x="6002" y="673100"/>
                </a:cubicBezTo>
                <a:cubicBezTo>
                  <a:pt x="-13041" y="596900"/>
                  <a:pt x="12350" y="511175"/>
                  <a:pt x="94868" y="463550"/>
                </a:cubicBezTo>
                <a:cubicBezTo>
                  <a:pt x="894666" y="0"/>
                  <a:pt x="894666" y="0"/>
                  <a:pt x="894666" y="0"/>
                </a:cubicBezTo>
                <a:close/>
              </a:path>
            </a:pathLst>
          </a:custGeom>
          <a:gradFill>
            <a:gsLst>
              <a:gs pos="0">
                <a:srgbClr val="425C90"/>
              </a:gs>
              <a:gs pos="80000">
                <a:schemeClr val="bg1"/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>
            <a:noAutofit/>
          </a:bodyPr>
          <a:lstStyle/>
          <a:p>
            <a:pPr lvl="0" eaLnBrk="0" fontAlgn="base" hangingPunct="0"/>
            <a:endParaRPr lang="en-US" sz="1905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Freeform 7"/>
          <p:cNvSpPr/>
          <p:nvPr userDrawn="1"/>
        </p:nvSpPr>
        <p:spPr bwMode="auto">
          <a:xfrm>
            <a:off x="731837" y="3218976"/>
            <a:ext cx="908051" cy="815975"/>
          </a:xfrm>
          <a:custGeom>
            <a:avLst/>
            <a:gdLst>
              <a:gd name="T0" fmla="*/ 286 w 286"/>
              <a:gd name="T1" fmla="*/ 0 h 257"/>
              <a:gd name="T2" fmla="*/ 286 w 286"/>
              <a:gd name="T3" fmla="*/ 257 h 257"/>
              <a:gd name="T4" fmla="*/ 63 w 286"/>
              <a:gd name="T5" fmla="*/ 257 h 257"/>
              <a:gd name="T6" fmla="*/ 7 w 286"/>
              <a:gd name="T7" fmla="*/ 215 h 257"/>
              <a:gd name="T8" fmla="*/ 6 w 286"/>
              <a:gd name="T9" fmla="*/ 212 h 257"/>
              <a:gd name="T10" fmla="*/ 34 w 286"/>
              <a:gd name="T11" fmla="*/ 146 h 257"/>
              <a:gd name="T12" fmla="*/ 286 w 286"/>
              <a:gd name="T13" fmla="*/ 0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6" h="257">
                <a:moveTo>
                  <a:pt x="286" y="0"/>
                </a:moveTo>
                <a:cubicBezTo>
                  <a:pt x="286" y="257"/>
                  <a:pt x="286" y="257"/>
                  <a:pt x="286" y="257"/>
                </a:cubicBezTo>
                <a:cubicBezTo>
                  <a:pt x="63" y="257"/>
                  <a:pt x="63" y="257"/>
                  <a:pt x="63" y="257"/>
                </a:cubicBezTo>
                <a:cubicBezTo>
                  <a:pt x="34" y="257"/>
                  <a:pt x="14" y="238"/>
                  <a:pt x="7" y="215"/>
                </a:cubicBezTo>
                <a:cubicBezTo>
                  <a:pt x="6" y="212"/>
                  <a:pt x="6" y="212"/>
                  <a:pt x="6" y="212"/>
                </a:cubicBezTo>
                <a:cubicBezTo>
                  <a:pt x="0" y="188"/>
                  <a:pt x="8" y="161"/>
                  <a:pt x="34" y="146"/>
                </a:cubicBezTo>
                <a:lnTo>
                  <a:pt x="286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Freeform 8"/>
          <p:cNvSpPr/>
          <p:nvPr userDrawn="1"/>
        </p:nvSpPr>
        <p:spPr bwMode="auto">
          <a:xfrm>
            <a:off x="731839" y="3218975"/>
            <a:ext cx="2525713" cy="673100"/>
          </a:xfrm>
          <a:custGeom>
            <a:avLst/>
            <a:gdLst>
              <a:gd name="T0" fmla="*/ 796 w 796"/>
              <a:gd name="T1" fmla="*/ 0 h 212"/>
              <a:gd name="T2" fmla="*/ 6 w 796"/>
              <a:gd name="T3" fmla="*/ 212 h 212"/>
              <a:gd name="T4" fmla="*/ 34 w 796"/>
              <a:gd name="T5" fmla="*/ 146 h 212"/>
              <a:gd name="T6" fmla="*/ 286 w 796"/>
              <a:gd name="T7" fmla="*/ 0 h 212"/>
              <a:gd name="T8" fmla="*/ 796 w 796"/>
              <a:gd name="T9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6" h="212">
                <a:moveTo>
                  <a:pt x="796" y="0"/>
                </a:moveTo>
                <a:cubicBezTo>
                  <a:pt x="6" y="212"/>
                  <a:pt x="6" y="212"/>
                  <a:pt x="6" y="212"/>
                </a:cubicBezTo>
                <a:cubicBezTo>
                  <a:pt x="0" y="188"/>
                  <a:pt x="8" y="161"/>
                  <a:pt x="34" y="146"/>
                </a:cubicBezTo>
                <a:cubicBezTo>
                  <a:pt x="286" y="0"/>
                  <a:pt x="286" y="0"/>
                  <a:pt x="286" y="0"/>
                </a:cubicBezTo>
                <a:lnTo>
                  <a:pt x="796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Freeform 9"/>
          <p:cNvSpPr/>
          <p:nvPr userDrawn="1"/>
        </p:nvSpPr>
        <p:spPr bwMode="auto">
          <a:xfrm>
            <a:off x="547688" y="2425225"/>
            <a:ext cx="1966913" cy="1466850"/>
          </a:xfrm>
          <a:custGeom>
            <a:avLst/>
            <a:gdLst>
              <a:gd name="T0" fmla="*/ 586 w 620"/>
              <a:gd name="T1" fmla="*/ 111 h 462"/>
              <a:gd name="T2" fmla="*/ 564 w 620"/>
              <a:gd name="T3" fmla="*/ 123 h 462"/>
              <a:gd name="T4" fmla="*/ 92 w 620"/>
              <a:gd name="T5" fmla="*/ 396 h 462"/>
              <a:gd name="T6" fmla="*/ 92 w 620"/>
              <a:gd name="T7" fmla="*/ 396 h 462"/>
              <a:gd name="T8" fmla="*/ 64 w 620"/>
              <a:gd name="T9" fmla="*/ 462 h 462"/>
              <a:gd name="T10" fmla="*/ 52 w 620"/>
              <a:gd name="T11" fmla="*/ 419 h 462"/>
              <a:gd name="T12" fmla="*/ 4 w 620"/>
              <a:gd name="T13" fmla="*/ 238 h 462"/>
              <a:gd name="T14" fmla="*/ 0 w 620"/>
              <a:gd name="T15" fmla="*/ 213 h 462"/>
              <a:gd name="T16" fmla="*/ 51 w 620"/>
              <a:gd name="T17" fmla="*/ 123 h 462"/>
              <a:gd name="T18" fmla="*/ 265 w 620"/>
              <a:gd name="T19" fmla="*/ 0 h 462"/>
              <a:gd name="T20" fmla="*/ 556 w 620"/>
              <a:gd name="T21" fmla="*/ 0 h 462"/>
              <a:gd name="T22" fmla="*/ 613 w 620"/>
              <a:gd name="T23" fmla="*/ 43 h 462"/>
              <a:gd name="T24" fmla="*/ 614 w 620"/>
              <a:gd name="T25" fmla="*/ 46 h 462"/>
              <a:gd name="T26" fmla="*/ 586 w 620"/>
              <a:gd name="T27" fmla="*/ 111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20" h="462">
                <a:moveTo>
                  <a:pt x="586" y="111"/>
                </a:moveTo>
                <a:cubicBezTo>
                  <a:pt x="564" y="123"/>
                  <a:pt x="564" y="123"/>
                  <a:pt x="564" y="123"/>
                </a:cubicBezTo>
                <a:cubicBezTo>
                  <a:pt x="92" y="396"/>
                  <a:pt x="92" y="396"/>
                  <a:pt x="92" y="396"/>
                </a:cubicBezTo>
                <a:cubicBezTo>
                  <a:pt x="92" y="396"/>
                  <a:pt x="92" y="396"/>
                  <a:pt x="92" y="396"/>
                </a:cubicBezTo>
                <a:cubicBezTo>
                  <a:pt x="66" y="411"/>
                  <a:pt x="58" y="438"/>
                  <a:pt x="64" y="462"/>
                </a:cubicBezTo>
                <a:cubicBezTo>
                  <a:pt x="52" y="419"/>
                  <a:pt x="52" y="419"/>
                  <a:pt x="52" y="419"/>
                </a:cubicBezTo>
                <a:cubicBezTo>
                  <a:pt x="4" y="238"/>
                  <a:pt x="4" y="238"/>
                  <a:pt x="4" y="238"/>
                </a:cubicBezTo>
                <a:cubicBezTo>
                  <a:pt x="2" y="230"/>
                  <a:pt x="1" y="221"/>
                  <a:pt x="0" y="213"/>
                </a:cubicBezTo>
                <a:cubicBezTo>
                  <a:pt x="0" y="177"/>
                  <a:pt x="19" y="142"/>
                  <a:pt x="51" y="123"/>
                </a:cubicBezTo>
                <a:cubicBezTo>
                  <a:pt x="265" y="0"/>
                  <a:pt x="265" y="0"/>
                  <a:pt x="265" y="0"/>
                </a:cubicBezTo>
                <a:cubicBezTo>
                  <a:pt x="556" y="0"/>
                  <a:pt x="556" y="0"/>
                  <a:pt x="556" y="0"/>
                </a:cubicBezTo>
                <a:cubicBezTo>
                  <a:pt x="586" y="0"/>
                  <a:pt x="607" y="20"/>
                  <a:pt x="613" y="43"/>
                </a:cubicBezTo>
                <a:cubicBezTo>
                  <a:pt x="614" y="46"/>
                  <a:pt x="614" y="46"/>
                  <a:pt x="614" y="46"/>
                </a:cubicBezTo>
                <a:cubicBezTo>
                  <a:pt x="620" y="69"/>
                  <a:pt x="612" y="96"/>
                  <a:pt x="586" y="1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Freeform 10"/>
          <p:cNvSpPr/>
          <p:nvPr userDrawn="1"/>
        </p:nvSpPr>
        <p:spPr bwMode="auto">
          <a:xfrm>
            <a:off x="1588" y="1609250"/>
            <a:ext cx="2490788" cy="952500"/>
          </a:xfrm>
          <a:custGeom>
            <a:avLst/>
            <a:gdLst>
              <a:gd name="T0" fmla="*/ 785 w 785"/>
              <a:gd name="T1" fmla="*/ 300 h 300"/>
              <a:gd name="T2" fmla="*/ 728 w 785"/>
              <a:gd name="T3" fmla="*/ 257 h 300"/>
              <a:gd name="T4" fmla="*/ 0 w 785"/>
              <a:gd name="T5" fmla="*/ 257 h 300"/>
              <a:gd name="T6" fmla="*/ 0 w 785"/>
              <a:gd name="T7" fmla="*/ 0 h 300"/>
              <a:gd name="T8" fmla="*/ 627 w 785"/>
              <a:gd name="T9" fmla="*/ 0 h 300"/>
              <a:gd name="T10" fmla="*/ 725 w 785"/>
              <a:gd name="T11" fmla="*/ 76 h 300"/>
              <a:gd name="T12" fmla="*/ 774 w 785"/>
              <a:gd name="T13" fmla="*/ 257 h 300"/>
              <a:gd name="T14" fmla="*/ 785 w 785"/>
              <a:gd name="T15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5" h="300">
                <a:moveTo>
                  <a:pt x="785" y="300"/>
                </a:moveTo>
                <a:cubicBezTo>
                  <a:pt x="779" y="277"/>
                  <a:pt x="758" y="257"/>
                  <a:pt x="728" y="257"/>
                </a:cubicBezTo>
                <a:cubicBezTo>
                  <a:pt x="0" y="257"/>
                  <a:pt x="0" y="257"/>
                  <a:pt x="0" y="257"/>
                </a:cubicBezTo>
                <a:cubicBezTo>
                  <a:pt x="0" y="0"/>
                  <a:pt x="0" y="0"/>
                  <a:pt x="0" y="0"/>
                </a:cubicBezTo>
                <a:cubicBezTo>
                  <a:pt x="627" y="0"/>
                  <a:pt x="627" y="0"/>
                  <a:pt x="627" y="0"/>
                </a:cubicBezTo>
                <a:cubicBezTo>
                  <a:pt x="673" y="0"/>
                  <a:pt x="713" y="31"/>
                  <a:pt x="725" y="76"/>
                </a:cubicBezTo>
                <a:cubicBezTo>
                  <a:pt x="774" y="257"/>
                  <a:pt x="774" y="257"/>
                  <a:pt x="774" y="257"/>
                </a:cubicBezTo>
                <a:lnTo>
                  <a:pt x="785" y="3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Freeform 11"/>
          <p:cNvSpPr/>
          <p:nvPr userDrawn="1"/>
        </p:nvSpPr>
        <p:spPr bwMode="auto">
          <a:xfrm>
            <a:off x="1608139" y="2425225"/>
            <a:ext cx="906463" cy="812800"/>
          </a:xfrm>
          <a:custGeom>
            <a:avLst/>
            <a:gdLst>
              <a:gd name="T0" fmla="*/ 0 w 286"/>
              <a:gd name="T1" fmla="*/ 256 h 256"/>
              <a:gd name="T2" fmla="*/ 0 w 286"/>
              <a:gd name="T3" fmla="*/ 0 h 256"/>
              <a:gd name="T4" fmla="*/ 222 w 286"/>
              <a:gd name="T5" fmla="*/ 0 h 256"/>
              <a:gd name="T6" fmla="*/ 279 w 286"/>
              <a:gd name="T7" fmla="*/ 42 h 256"/>
              <a:gd name="T8" fmla="*/ 280 w 286"/>
              <a:gd name="T9" fmla="*/ 45 h 256"/>
              <a:gd name="T10" fmla="*/ 252 w 286"/>
              <a:gd name="T11" fmla="*/ 111 h 256"/>
              <a:gd name="T12" fmla="*/ 0 w 286"/>
              <a:gd name="T1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6" h="256">
                <a:moveTo>
                  <a:pt x="0" y="256"/>
                </a:moveTo>
                <a:cubicBezTo>
                  <a:pt x="0" y="0"/>
                  <a:pt x="0" y="0"/>
                  <a:pt x="0" y="0"/>
                </a:cubicBezTo>
                <a:cubicBezTo>
                  <a:pt x="222" y="0"/>
                  <a:pt x="222" y="0"/>
                  <a:pt x="222" y="0"/>
                </a:cubicBezTo>
                <a:cubicBezTo>
                  <a:pt x="252" y="0"/>
                  <a:pt x="272" y="19"/>
                  <a:pt x="279" y="42"/>
                </a:cubicBezTo>
                <a:cubicBezTo>
                  <a:pt x="280" y="45"/>
                  <a:pt x="280" y="45"/>
                  <a:pt x="280" y="45"/>
                </a:cubicBezTo>
                <a:cubicBezTo>
                  <a:pt x="286" y="68"/>
                  <a:pt x="278" y="96"/>
                  <a:pt x="252" y="111"/>
                </a:cubicBezTo>
                <a:lnTo>
                  <a:pt x="0" y="256"/>
                </a:lnTo>
                <a:close/>
              </a:path>
            </a:pathLst>
          </a:custGeom>
          <a:gradFill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Freeform 12"/>
          <p:cNvSpPr/>
          <p:nvPr userDrawn="1"/>
        </p:nvSpPr>
        <p:spPr bwMode="auto">
          <a:xfrm>
            <a:off x="547688" y="2425226"/>
            <a:ext cx="1947863" cy="663575"/>
          </a:xfrm>
          <a:custGeom>
            <a:avLst/>
            <a:gdLst>
              <a:gd name="T0" fmla="*/ 614 w 614"/>
              <a:gd name="T1" fmla="*/ 45 h 209"/>
              <a:gd name="T2" fmla="*/ 0 w 614"/>
              <a:gd name="T3" fmla="*/ 209 h 209"/>
              <a:gd name="T4" fmla="*/ 51 w 614"/>
              <a:gd name="T5" fmla="*/ 123 h 209"/>
              <a:gd name="T6" fmla="*/ 265 w 614"/>
              <a:gd name="T7" fmla="*/ 0 h 209"/>
              <a:gd name="T8" fmla="*/ 556 w 614"/>
              <a:gd name="T9" fmla="*/ 0 h 209"/>
              <a:gd name="T10" fmla="*/ 613 w 614"/>
              <a:gd name="T11" fmla="*/ 43 h 209"/>
              <a:gd name="T12" fmla="*/ 614 w 614"/>
              <a:gd name="T13" fmla="*/ 45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4" h="209">
                <a:moveTo>
                  <a:pt x="614" y="45"/>
                </a:moveTo>
                <a:cubicBezTo>
                  <a:pt x="0" y="209"/>
                  <a:pt x="0" y="209"/>
                  <a:pt x="0" y="209"/>
                </a:cubicBezTo>
                <a:cubicBezTo>
                  <a:pt x="1" y="174"/>
                  <a:pt x="20" y="141"/>
                  <a:pt x="51" y="123"/>
                </a:cubicBezTo>
                <a:cubicBezTo>
                  <a:pt x="265" y="0"/>
                  <a:pt x="265" y="0"/>
                  <a:pt x="265" y="0"/>
                </a:cubicBezTo>
                <a:cubicBezTo>
                  <a:pt x="556" y="0"/>
                  <a:pt x="556" y="0"/>
                  <a:pt x="556" y="0"/>
                </a:cubicBezTo>
                <a:cubicBezTo>
                  <a:pt x="586" y="0"/>
                  <a:pt x="607" y="20"/>
                  <a:pt x="613" y="43"/>
                </a:cubicBezTo>
                <a:lnTo>
                  <a:pt x="614" y="45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1846498" y="3626963"/>
            <a:ext cx="9521893" cy="0"/>
          </a:xfrm>
          <a:prstGeom prst="line">
            <a:avLst/>
          </a:prstGeom>
          <a:ln w="12700">
            <a:gradFill>
              <a:gsLst>
                <a:gs pos="0">
                  <a:schemeClr val="tx2">
                    <a:alpha val="0"/>
                  </a:schemeClr>
                </a:gs>
                <a:gs pos="100000">
                  <a:schemeClr val="tx2">
                    <a:alpha val="30000"/>
                  </a:schemeClr>
                </a:gs>
              </a:gsLst>
              <a:lin ang="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 userDrawn="1"/>
        </p:nvSpPr>
        <p:spPr>
          <a:xfrm rot="5400000">
            <a:off x="11375691" y="3581444"/>
            <a:ext cx="137926" cy="91040"/>
          </a:xfrm>
          <a:prstGeom prst="triangle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en-US" sz="1905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2808051" y="1124384"/>
            <a:ext cx="8688625" cy="177207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500" i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808051" y="4313978"/>
            <a:ext cx="8688625" cy="13475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405"/>
              </a:lnSpc>
              <a:spcBef>
                <a:spcPts val="0"/>
              </a:spcBef>
              <a:buNone/>
              <a:defRPr lang="en-US" sz="1050" i="1" kern="1200" spc="0" baseline="0" dirty="0">
                <a:solidFill>
                  <a:schemeClr val="tx2">
                    <a:alpha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0" algn="ctr">
              <a:buNone/>
              <a:defRPr sz="1750"/>
            </a:lvl2pPr>
            <a:lvl3pPr marL="800100" indent="0" algn="ctr">
              <a:buNone/>
              <a:defRPr sz="1575"/>
            </a:lvl3pPr>
            <a:lvl4pPr marL="1200150" indent="0" algn="ctr">
              <a:buNone/>
              <a:defRPr sz="1400"/>
            </a:lvl4pPr>
            <a:lvl5pPr marL="1600200" indent="0" algn="ctr">
              <a:buNone/>
              <a:defRPr sz="1400"/>
            </a:lvl5pPr>
            <a:lvl6pPr marL="2000250" indent="0" algn="ctr">
              <a:buNone/>
              <a:defRPr sz="1400"/>
            </a:lvl6pPr>
            <a:lvl7pPr marL="2400300" indent="0" algn="ctr">
              <a:buNone/>
              <a:defRPr sz="1400"/>
            </a:lvl7pPr>
            <a:lvl8pPr marL="2800350" indent="0" algn="ctr">
              <a:buNone/>
              <a:defRPr sz="1400"/>
            </a:lvl8pPr>
            <a:lvl9pPr marL="3200400" indent="0" algn="ctr">
              <a:buNone/>
              <a:defRPr sz="14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1200001" y="5981483"/>
            <a:ext cx="3736624" cy="491068"/>
          </a:xfrm>
          <a:prstGeom prst="rect">
            <a:avLst/>
          </a:prstGeom>
        </p:spPr>
        <p:txBody>
          <a:bodyPr/>
          <a:lstStyle>
            <a:lvl1pPr algn="l">
              <a:defRPr lang="en-US" sz="790" b="0" kern="1200" spc="0" baseline="0" dirty="0" smtClean="0">
                <a:solidFill>
                  <a:schemeClr val="tx2">
                    <a:alpha val="3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Converting your business from Good to Great.</a:t>
            </a:r>
            <a:endParaRPr lang="en-US" dirty="0"/>
          </a:p>
        </p:txBody>
      </p:sp>
      <p:grpSp>
        <p:nvGrpSpPr>
          <p:cNvPr id="31" name="그룹 25"/>
          <p:cNvGrpSpPr/>
          <p:nvPr userDrawn="1"/>
        </p:nvGrpSpPr>
        <p:grpSpPr>
          <a:xfrm>
            <a:off x="9405938" y="5924510"/>
            <a:ext cx="1585913" cy="605019"/>
            <a:chOff x="7099300" y="5270500"/>
            <a:chExt cx="1462086" cy="557781"/>
          </a:xfrm>
          <a:solidFill>
            <a:schemeClr val="tx2"/>
          </a:solidFill>
        </p:grpSpPr>
        <p:sp>
          <p:nvSpPr>
            <p:cNvPr id="32" name="Freeform 5"/>
            <p:cNvSpPr>
              <a:spLocks noEditPoints="1"/>
            </p:cNvSpPr>
            <p:nvPr userDrawn="1"/>
          </p:nvSpPr>
          <p:spPr bwMode="auto">
            <a:xfrm>
              <a:off x="7099300" y="5270500"/>
              <a:ext cx="1457325" cy="328613"/>
            </a:xfrm>
            <a:custGeom>
              <a:avLst/>
              <a:gdLst>
                <a:gd name="T0" fmla="*/ 49 w 386"/>
                <a:gd name="T1" fmla="*/ 21 h 86"/>
                <a:gd name="T2" fmla="*/ 69 w 386"/>
                <a:gd name="T3" fmla="*/ 86 h 86"/>
                <a:gd name="T4" fmla="*/ 89 w 386"/>
                <a:gd name="T5" fmla="*/ 21 h 86"/>
                <a:gd name="T6" fmla="*/ 76 w 386"/>
                <a:gd name="T7" fmla="*/ 66 h 86"/>
                <a:gd name="T8" fmla="*/ 64 w 386"/>
                <a:gd name="T9" fmla="*/ 72 h 86"/>
                <a:gd name="T10" fmla="*/ 64 w 386"/>
                <a:gd name="T11" fmla="*/ 14 h 86"/>
                <a:gd name="T12" fmla="*/ 76 w 386"/>
                <a:gd name="T13" fmla="*/ 20 h 86"/>
                <a:gd name="T14" fmla="*/ 122 w 386"/>
                <a:gd name="T15" fmla="*/ 72 h 86"/>
                <a:gd name="T16" fmla="*/ 110 w 386"/>
                <a:gd name="T17" fmla="*/ 66 h 86"/>
                <a:gd name="T18" fmla="*/ 97 w 386"/>
                <a:gd name="T19" fmla="*/ 65 h 86"/>
                <a:gd name="T20" fmla="*/ 131 w 386"/>
                <a:gd name="T21" fmla="*/ 81 h 86"/>
                <a:gd name="T22" fmla="*/ 124 w 386"/>
                <a:gd name="T23" fmla="*/ 1 h 86"/>
                <a:gd name="T24" fmla="*/ 14 w 386"/>
                <a:gd name="T25" fmla="*/ 1 h 86"/>
                <a:gd name="T26" fmla="*/ 17 w 386"/>
                <a:gd name="T27" fmla="*/ 85 h 86"/>
                <a:gd name="T28" fmla="*/ 47 w 386"/>
                <a:gd name="T29" fmla="*/ 1 h 86"/>
                <a:gd name="T30" fmla="*/ 272 w 386"/>
                <a:gd name="T31" fmla="*/ 0 h 86"/>
                <a:gd name="T32" fmla="*/ 252 w 386"/>
                <a:gd name="T33" fmla="*/ 65 h 86"/>
                <a:gd name="T34" fmla="*/ 287 w 386"/>
                <a:gd name="T35" fmla="*/ 80 h 86"/>
                <a:gd name="T36" fmla="*/ 287 w 386"/>
                <a:gd name="T37" fmla="*/ 5 h 86"/>
                <a:gd name="T38" fmla="*/ 277 w 386"/>
                <a:gd name="T39" fmla="*/ 72 h 86"/>
                <a:gd name="T40" fmla="*/ 265 w 386"/>
                <a:gd name="T41" fmla="*/ 66 h 86"/>
                <a:gd name="T42" fmla="*/ 272 w 386"/>
                <a:gd name="T43" fmla="*/ 12 h 86"/>
                <a:gd name="T44" fmla="*/ 279 w 386"/>
                <a:gd name="T45" fmla="*/ 66 h 86"/>
                <a:gd name="T46" fmla="*/ 299 w 386"/>
                <a:gd name="T47" fmla="*/ 21 h 86"/>
                <a:gd name="T48" fmla="*/ 319 w 386"/>
                <a:gd name="T49" fmla="*/ 86 h 86"/>
                <a:gd name="T50" fmla="*/ 339 w 386"/>
                <a:gd name="T51" fmla="*/ 38 h 86"/>
                <a:gd name="T52" fmla="*/ 326 w 386"/>
                <a:gd name="T53" fmla="*/ 50 h 86"/>
                <a:gd name="T54" fmla="*/ 319 w 386"/>
                <a:gd name="T55" fmla="*/ 74 h 86"/>
                <a:gd name="T56" fmla="*/ 313 w 386"/>
                <a:gd name="T57" fmla="*/ 20 h 86"/>
                <a:gd name="T58" fmla="*/ 324 w 386"/>
                <a:gd name="T59" fmla="*/ 14 h 86"/>
                <a:gd name="T60" fmla="*/ 339 w 386"/>
                <a:gd name="T61" fmla="*/ 29 h 86"/>
                <a:gd name="T62" fmla="*/ 319 w 386"/>
                <a:gd name="T63" fmla="*/ 0 h 86"/>
                <a:gd name="T64" fmla="*/ 351 w 386"/>
                <a:gd name="T65" fmla="*/ 5 h 86"/>
                <a:gd name="T66" fmla="*/ 351 w 386"/>
                <a:gd name="T67" fmla="*/ 80 h 86"/>
                <a:gd name="T68" fmla="*/ 386 w 386"/>
                <a:gd name="T69" fmla="*/ 65 h 86"/>
                <a:gd name="T70" fmla="*/ 373 w 386"/>
                <a:gd name="T71" fmla="*/ 66 h 86"/>
                <a:gd name="T72" fmla="*/ 361 w 386"/>
                <a:gd name="T73" fmla="*/ 72 h 86"/>
                <a:gd name="T74" fmla="*/ 361 w 386"/>
                <a:gd name="T75" fmla="*/ 14 h 86"/>
                <a:gd name="T76" fmla="*/ 373 w 386"/>
                <a:gd name="T77" fmla="*/ 20 h 86"/>
                <a:gd name="T78" fmla="*/ 185 w 386"/>
                <a:gd name="T79" fmla="*/ 62 h 86"/>
                <a:gd name="T80" fmla="*/ 185 w 386"/>
                <a:gd name="T81" fmla="*/ 27 h 86"/>
                <a:gd name="T82" fmla="*/ 165 w 386"/>
                <a:gd name="T83" fmla="*/ 1 h 86"/>
                <a:gd name="T84" fmla="*/ 159 w 386"/>
                <a:gd name="T85" fmla="*/ 85 h 86"/>
                <a:gd name="T86" fmla="*/ 170 w 386"/>
                <a:gd name="T87" fmla="*/ 53 h 86"/>
                <a:gd name="T88" fmla="*/ 172 w 386"/>
                <a:gd name="T89" fmla="*/ 79 h 86"/>
                <a:gd name="T90" fmla="*/ 173 w 386"/>
                <a:gd name="T91" fmla="*/ 85 h 86"/>
                <a:gd name="T92" fmla="*/ 185 w 386"/>
                <a:gd name="T93" fmla="*/ 75 h 86"/>
                <a:gd name="T94" fmla="*/ 164 w 386"/>
                <a:gd name="T95" fmla="*/ 39 h 86"/>
                <a:gd name="T96" fmla="*/ 165 w 386"/>
                <a:gd name="T97" fmla="*/ 13 h 86"/>
                <a:gd name="T98" fmla="*/ 172 w 386"/>
                <a:gd name="T99" fmla="*/ 30 h 86"/>
                <a:gd name="T100" fmla="*/ 212 w 386"/>
                <a:gd name="T101" fmla="*/ 85 h 86"/>
                <a:gd name="T102" fmla="*/ 225 w 386"/>
                <a:gd name="T103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86">
                  <a:moveTo>
                    <a:pt x="69" y="0"/>
                  </a:moveTo>
                  <a:cubicBezTo>
                    <a:pt x="63" y="0"/>
                    <a:pt x="58" y="2"/>
                    <a:pt x="54" y="5"/>
                  </a:cubicBezTo>
                  <a:cubicBezTo>
                    <a:pt x="51" y="9"/>
                    <a:pt x="49" y="14"/>
                    <a:pt x="49" y="2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49" y="72"/>
                    <a:pt x="51" y="77"/>
                    <a:pt x="54" y="80"/>
                  </a:cubicBezTo>
                  <a:cubicBezTo>
                    <a:pt x="58" y="84"/>
                    <a:pt x="63" y="86"/>
                    <a:pt x="69" y="86"/>
                  </a:cubicBezTo>
                  <a:cubicBezTo>
                    <a:pt x="76" y="86"/>
                    <a:pt x="81" y="84"/>
                    <a:pt x="84" y="80"/>
                  </a:cubicBezTo>
                  <a:cubicBezTo>
                    <a:pt x="87" y="77"/>
                    <a:pt x="89" y="72"/>
                    <a:pt x="89" y="65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9" y="14"/>
                    <a:pt x="87" y="9"/>
                    <a:pt x="84" y="5"/>
                  </a:cubicBezTo>
                  <a:cubicBezTo>
                    <a:pt x="81" y="2"/>
                    <a:pt x="76" y="0"/>
                    <a:pt x="69" y="0"/>
                  </a:cubicBezTo>
                  <a:close/>
                  <a:moveTo>
                    <a:pt x="76" y="66"/>
                  </a:moveTo>
                  <a:cubicBezTo>
                    <a:pt x="76" y="69"/>
                    <a:pt x="75" y="71"/>
                    <a:pt x="74" y="72"/>
                  </a:cubicBezTo>
                  <a:cubicBezTo>
                    <a:pt x="73" y="73"/>
                    <a:pt x="71" y="74"/>
                    <a:pt x="69" y="74"/>
                  </a:cubicBezTo>
                  <a:cubicBezTo>
                    <a:pt x="67" y="74"/>
                    <a:pt x="65" y="73"/>
                    <a:pt x="64" y="72"/>
                  </a:cubicBezTo>
                  <a:cubicBezTo>
                    <a:pt x="63" y="71"/>
                    <a:pt x="62" y="69"/>
                    <a:pt x="62" y="66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2" y="17"/>
                    <a:pt x="63" y="15"/>
                    <a:pt x="64" y="14"/>
                  </a:cubicBezTo>
                  <a:cubicBezTo>
                    <a:pt x="65" y="13"/>
                    <a:pt x="67" y="12"/>
                    <a:pt x="69" y="12"/>
                  </a:cubicBezTo>
                  <a:cubicBezTo>
                    <a:pt x="71" y="12"/>
                    <a:pt x="73" y="13"/>
                    <a:pt x="74" y="14"/>
                  </a:cubicBezTo>
                  <a:cubicBezTo>
                    <a:pt x="75" y="15"/>
                    <a:pt x="76" y="17"/>
                    <a:pt x="76" y="20"/>
                  </a:cubicBezTo>
                  <a:lnTo>
                    <a:pt x="76" y="66"/>
                  </a:lnTo>
                  <a:close/>
                  <a:moveTo>
                    <a:pt x="124" y="66"/>
                  </a:moveTo>
                  <a:cubicBezTo>
                    <a:pt x="124" y="69"/>
                    <a:pt x="123" y="71"/>
                    <a:pt x="122" y="72"/>
                  </a:cubicBezTo>
                  <a:cubicBezTo>
                    <a:pt x="121" y="73"/>
                    <a:pt x="119" y="74"/>
                    <a:pt x="117" y="74"/>
                  </a:cubicBezTo>
                  <a:cubicBezTo>
                    <a:pt x="115" y="74"/>
                    <a:pt x="113" y="73"/>
                    <a:pt x="112" y="72"/>
                  </a:cubicBezTo>
                  <a:cubicBezTo>
                    <a:pt x="111" y="71"/>
                    <a:pt x="110" y="69"/>
                    <a:pt x="110" y="66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7" y="72"/>
                    <a:pt x="99" y="77"/>
                    <a:pt x="102" y="81"/>
                  </a:cubicBezTo>
                  <a:cubicBezTo>
                    <a:pt x="105" y="84"/>
                    <a:pt x="110" y="86"/>
                    <a:pt x="117" y="86"/>
                  </a:cubicBezTo>
                  <a:cubicBezTo>
                    <a:pt x="123" y="86"/>
                    <a:pt x="128" y="84"/>
                    <a:pt x="131" y="81"/>
                  </a:cubicBezTo>
                  <a:cubicBezTo>
                    <a:pt x="135" y="77"/>
                    <a:pt x="136" y="72"/>
                    <a:pt x="136" y="65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24" y="1"/>
                    <a:pt x="124" y="1"/>
                    <a:pt x="124" y="1"/>
                  </a:cubicBezTo>
                  <a:lnTo>
                    <a:pt x="124" y="66"/>
                  </a:lnTo>
                  <a:close/>
                  <a:moveTo>
                    <a:pt x="24" y="39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30" y="85"/>
                    <a:pt x="30" y="85"/>
                    <a:pt x="30" y="85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24" y="39"/>
                  </a:lnTo>
                  <a:close/>
                  <a:moveTo>
                    <a:pt x="272" y="0"/>
                  </a:moveTo>
                  <a:cubicBezTo>
                    <a:pt x="265" y="0"/>
                    <a:pt x="260" y="2"/>
                    <a:pt x="257" y="5"/>
                  </a:cubicBezTo>
                  <a:cubicBezTo>
                    <a:pt x="254" y="9"/>
                    <a:pt x="252" y="14"/>
                    <a:pt x="252" y="21"/>
                  </a:cubicBezTo>
                  <a:cubicBezTo>
                    <a:pt x="252" y="65"/>
                    <a:pt x="252" y="65"/>
                    <a:pt x="252" y="65"/>
                  </a:cubicBezTo>
                  <a:cubicBezTo>
                    <a:pt x="252" y="72"/>
                    <a:pt x="254" y="77"/>
                    <a:pt x="257" y="80"/>
                  </a:cubicBezTo>
                  <a:cubicBezTo>
                    <a:pt x="260" y="84"/>
                    <a:pt x="265" y="86"/>
                    <a:pt x="272" y="86"/>
                  </a:cubicBezTo>
                  <a:cubicBezTo>
                    <a:pt x="278" y="86"/>
                    <a:pt x="283" y="84"/>
                    <a:pt x="287" y="80"/>
                  </a:cubicBezTo>
                  <a:cubicBezTo>
                    <a:pt x="290" y="77"/>
                    <a:pt x="292" y="72"/>
                    <a:pt x="292" y="65"/>
                  </a:cubicBezTo>
                  <a:cubicBezTo>
                    <a:pt x="292" y="21"/>
                    <a:pt x="292" y="21"/>
                    <a:pt x="292" y="21"/>
                  </a:cubicBezTo>
                  <a:cubicBezTo>
                    <a:pt x="292" y="14"/>
                    <a:pt x="290" y="9"/>
                    <a:pt x="287" y="5"/>
                  </a:cubicBezTo>
                  <a:cubicBezTo>
                    <a:pt x="283" y="2"/>
                    <a:pt x="278" y="0"/>
                    <a:pt x="272" y="0"/>
                  </a:cubicBezTo>
                  <a:close/>
                  <a:moveTo>
                    <a:pt x="279" y="66"/>
                  </a:moveTo>
                  <a:cubicBezTo>
                    <a:pt x="279" y="69"/>
                    <a:pt x="278" y="71"/>
                    <a:pt x="277" y="72"/>
                  </a:cubicBezTo>
                  <a:cubicBezTo>
                    <a:pt x="276" y="73"/>
                    <a:pt x="274" y="74"/>
                    <a:pt x="272" y="74"/>
                  </a:cubicBezTo>
                  <a:cubicBezTo>
                    <a:pt x="270" y="74"/>
                    <a:pt x="268" y="73"/>
                    <a:pt x="267" y="72"/>
                  </a:cubicBezTo>
                  <a:cubicBezTo>
                    <a:pt x="266" y="71"/>
                    <a:pt x="265" y="69"/>
                    <a:pt x="265" y="66"/>
                  </a:cubicBezTo>
                  <a:cubicBezTo>
                    <a:pt x="265" y="20"/>
                    <a:pt x="265" y="20"/>
                    <a:pt x="265" y="20"/>
                  </a:cubicBezTo>
                  <a:cubicBezTo>
                    <a:pt x="265" y="17"/>
                    <a:pt x="266" y="15"/>
                    <a:pt x="267" y="14"/>
                  </a:cubicBezTo>
                  <a:cubicBezTo>
                    <a:pt x="268" y="13"/>
                    <a:pt x="270" y="12"/>
                    <a:pt x="272" y="12"/>
                  </a:cubicBezTo>
                  <a:cubicBezTo>
                    <a:pt x="274" y="12"/>
                    <a:pt x="276" y="13"/>
                    <a:pt x="277" y="14"/>
                  </a:cubicBezTo>
                  <a:cubicBezTo>
                    <a:pt x="278" y="15"/>
                    <a:pt x="279" y="17"/>
                    <a:pt x="279" y="20"/>
                  </a:cubicBezTo>
                  <a:lnTo>
                    <a:pt x="279" y="66"/>
                  </a:lnTo>
                  <a:close/>
                  <a:moveTo>
                    <a:pt x="319" y="0"/>
                  </a:moveTo>
                  <a:cubicBezTo>
                    <a:pt x="313" y="0"/>
                    <a:pt x="308" y="2"/>
                    <a:pt x="304" y="5"/>
                  </a:cubicBezTo>
                  <a:cubicBezTo>
                    <a:pt x="301" y="9"/>
                    <a:pt x="299" y="14"/>
                    <a:pt x="299" y="21"/>
                  </a:cubicBezTo>
                  <a:cubicBezTo>
                    <a:pt x="299" y="65"/>
                    <a:pt x="299" y="65"/>
                    <a:pt x="299" y="65"/>
                  </a:cubicBezTo>
                  <a:cubicBezTo>
                    <a:pt x="299" y="72"/>
                    <a:pt x="301" y="77"/>
                    <a:pt x="304" y="80"/>
                  </a:cubicBezTo>
                  <a:cubicBezTo>
                    <a:pt x="308" y="84"/>
                    <a:pt x="313" y="86"/>
                    <a:pt x="319" y="86"/>
                  </a:cubicBezTo>
                  <a:cubicBezTo>
                    <a:pt x="325" y="86"/>
                    <a:pt x="330" y="84"/>
                    <a:pt x="334" y="80"/>
                  </a:cubicBezTo>
                  <a:cubicBezTo>
                    <a:pt x="337" y="77"/>
                    <a:pt x="339" y="72"/>
                    <a:pt x="339" y="65"/>
                  </a:cubicBezTo>
                  <a:cubicBezTo>
                    <a:pt x="339" y="38"/>
                    <a:pt x="339" y="38"/>
                    <a:pt x="339" y="38"/>
                  </a:cubicBezTo>
                  <a:cubicBezTo>
                    <a:pt x="320" y="38"/>
                    <a:pt x="320" y="38"/>
                    <a:pt x="320" y="38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6" y="50"/>
                    <a:pt x="326" y="50"/>
                    <a:pt x="326" y="50"/>
                  </a:cubicBezTo>
                  <a:cubicBezTo>
                    <a:pt x="326" y="66"/>
                    <a:pt x="326" y="66"/>
                    <a:pt x="326" y="66"/>
                  </a:cubicBezTo>
                  <a:cubicBezTo>
                    <a:pt x="326" y="69"/>
                    <a:pt x="326" y="71"/>
                    <a:pt x="324" y="72"/>
                  </a:cubicBezTo>
                  <a:cubicBezTo>
                    <a:pt x="323" y="73"/>
                    <a:pt x="321" y="74"/>
                    <a:pt x="319" y="74"/>
                  </a:cubicBezTo>
                  <a:cubicBezTo>
                    <a:pt x="317" y="74"/>
                    <a:pt x="316" y="73"/>
                    <a:pt x="314" y="72"/>
                  </a:cubicBezTo>
                  <a:cubicBezTo>
                    <a:pt x="313" y="71"/>
                    <a:pt x="313" y="69"/>
                    <a:pt x="313" y="66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313" y="17"/>
                    <a:pt x="313" y="15"/>
                    <a:pt x="314" y="14"/>
                  </a:cubicBezTo>
                  <a:cubicBezTo>
                    <a:pt x="316" y="13"/>
                    <a:pt x="317" y="12"/>
                    <a:pt x="319" y="12"/>
                  </a:cubicBezTo>
                  <a:cubicBezTo>
                    <a:pt x="321" y="12"/>
                    <a:pt x="323" y="13"/>
                    <a:pt x="324" y="14"/>
                  </a:cubicBezTo>
                  <a:cubicBezTo>
                    <a:pt x="326" y="15"/>
                    <a:pt x="326" y="17"/>
                    <a:pt x="326" y="20"/>
                  </a:cubicBezTo>
                  <a:cubicBezTo>
                    <a:pt x="326" y="29"/>
                    <a:pt x="326" y="29"/>
                    <a:pt x="326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9" y="21"/>
                    <a:pt x="339" y="21"/>
                    <a:pt x="339" y="21"/>
                  </a:cubicBezTo>
                  <a:cubicBezTo>
                    <a:pt x="339" y="14"/>
                    <a:pt x="337" y="9"/>
                    <a:pt x="334" y="5"/>
                  </a:cubicBezTo>
                  <a:cubicBezTo>
                    <a:pt x="330" y="2"/>
                    <a:pt x="325" y="0"/>
                    <a:pt x="319" y="0"/>
                  </a:cubicBezTo>
                  <a:close/>
                  <a:moveTo>
                    <a:pt x="381" y="5"/>
                  </a:moveTo>
                  <a:cubicBezTo>
                    <a:pt x="378" y="2"/>
                    <a:pt x="373" y="0"/>
                    <a:pt x="366" y="0"/>
                  </a:cubicBezTo>
                  <a:cubicBezTo>
                    <a:pt x="360" y="0"/>
                    <a:pt x="355" y="2"/>
                    <a:pt x="351" y="5"/>
                  </a:cubicBezTo>
                  <a:cubicBezTo>
                    <a:pt x="348" y="9"/>
                    <a:pt x="346" y="14"/>
                    <a:pt x="346" y="21"/>
                  </a:cubicBezTo>
                  <a:cubicBezTo>
                    <a:pt x="346" y="65"/>
                    <a:pt x="346" y="65"/>
                    <a:pt x="346" y="65"/>
                  </a:cubicBezTo>
                  <a:cubicBezTo>
                    <a:pt x="346" y="72"/>
                    <a:pt x="348" y="77"/>
                    <a:pt x="351" y="80"/>
                  </a:cubicBezTo>
                  <a:cubicBezTo>
                    <a:pt x="355" y="84"/>
                    <a:pt x="360" y="86"/>
                    <a:pt x="366" y="86"/>
                  </a:cubicBezTo>
                  <a:cubicBezTo>
                    <a:pt x="373" y="86"/>
                    <a:pt x="378" y="84"/>
                    <a:pt x="381" y="80"/>
                  </a:cubicBezTo>
                  <a:cubicBezTo>
                    <a:pt x="384" y="77"/>
                    <a:pt x="386" y="72"/>
                    <a:pt x="386" y="65"/>
                  </a:cubicBezTo>
                  <a:cubicBezTo>
                    <a:pt x="386" y="21"/>
                    <a:pt x="386" y="21"/>
                    <a:pt x="386" y="21"/>
                  </a:cubicBezTo>
                  <a:cubicBezTo>
                    <a:pt x="386" y="14"/>
                    <a:pt x="384" y="9"/>
                    <a:pt x="381" y="5"/>
                  </a:cubicBezTo>
                  <a:close/>
                  <a:moveTo>
                    <a:pt x="373" y="66"/>
                  </a:moveTo>
                  <a:cubicBezTo>
                    <a:pt x="373" y="69"/>
                    <a:pt x="372" y="71"/>
                    <a:pt x="371" y="72"/>
                  </a:cubicBezTo>
                  <a:cubicBezTo>
                    <a:pt x="370" y="73"/>
                    <a:pt x="368" y="74"/>
                    <a:pt x="366" y="74"/>
                  </a:cubicBezTo>
                  <a:cubicBezTo>
                    <a:pt x="364" y="74"/>
                    <a:pt x="362" y="73"/>
                    <a:pt x="361" y="72"/>
                  </a:cubicBezTo>
                  <a:cubicBezTo>
                    <a:pt x="360" y="71"/>
                    <a:pt x="359" y="69"/>
                    <a:pt x="359" y="66"/>
                  </a:cubicBezTo>
                  <a:cubicBezTo>
                    <a:pt x="359" y="20"/>
                    <a:pt x="359" y="20"/>
                    <a:pt x="359" y="20"/>
                  </a:cubicBezTo>
                  <a:cubicBezTo>
                    <a:pt x="359" y="17"/>
                    <a:pt x="360" y="15"/>
                    <a:pt x="361" y="14"/>
                  </a:cubicBezTo>
                  <a:cubicBezTo>
                    <a:pt x="362" y="13"/>
                    <a:pt x="364" y="12"/>
                    <a:pt x="366" y="12"/>
                  </a:cubicBezTo>
                  <a:cubicBezTo>
                    <a:pt x="368" y="12"/>
                    <a:pt x="370" y="13"/>
                    <a:pt x="371" y="14"/>
                  </a:cubicBezTo>
                  <a:cubicBezTo>
                    <a:pt x="372" y="15"/>
                    <a:pt x="373" y="17"/>
                    <a:pt x="373" y="20"/>
                  </a:cubicBezTo>
                  <a:lnTo>
                    <a:pt x="373" y="66"/>
                  </a:lnTo>
                  <a:close/>
                  <a:moveTo>
                    <a:pt x="185" y="75"/>
                  </a:moveTo>
                  <a:cubicBezTo>
                    <a:pt x="185" y="62"/>
                    <a:pt x="185" y="62"/>
                    <a:pt x="185" y="62"/>
                  </a:cubicBezTo>
                  <a:cubicBezTo>
                    <a:pt x="185" y="57"/>
                    <a:pt x="184" y="54"/>
                    <a:pt x="183" y="51"/>
                  </a:cubicBezTo>
                  <a:cubicBezTo>
                    <a:pt x="182" y="47"/>
                    <a:pt x="180" y="45"/>
                    <a:pt x="176" y="44"/>
                  </a:cubicBezTo>
                  <a:cubicBezTo>
                    <a:pt x="182" y="41"/>
                    <a:pt x="185" y="35"/>
                    <a:pt x="185" y="27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5" y="14"/>
                    <a:pt x="183" y="9"/>
                    <a:pt x="180" y="6"/>
                  </a:cubicBezTo>
                  <a:cubicBezTo>
                    <a:pt x="177" y="3"/>
                    <a:pt x="172" y="1"/>
                    <a:pt x="165" y="1"/>
                  </a:cubicBezTo>
                  <a:cubicBezTo>
                    <a:pt x="145" y="1"/>
                    <a:pt x="145" y="1"/>
                    <a:pt x="145" y="1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59" y="85"/>
                    <a:pt x="159" y="85"/>
                    <a:pt x="159" y="85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6" y="51"/>
                    <a:pt x="168" y="52"/>
                    <a:pt x="170" y="53"/>
                  </a:cubicBezTo>
                  <a:cubicBezTo>
                    <a:pt x="171" y="55"/>
                    <a:pt x="172" y="57"/>
                    <a:pt x="172" y="61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2" y="76"/>
                    <a:pt x="172" y="78"/>
                    <a:pt x="172" y="79"/>
                  </a:cubicBezTo>
                  <a:cubicBezTo>
                    <a:pt x="172" y="80"/>
                    <a:pt x="172" y="81"/>
                    <a:pt x="172" y="82"/>
                  </a:cubicBezTo>
                  <a:cubicBezTo>
                    <a:pt x="172" y="82"/>
                    <a:pt x="172" y="83"/>
                    <a:pt x="173" y="83"/>
                  </a:cubicBezTo>
                  <a:cubicBezTo>
                    <a:pt x="173" y="84"/>
                    <a:pt x="173" y="84"/>
                    <a:pt x="173" y="85"/>
                  </a:cubicBezTo>
                  <a:cubicBezTo>
                    <a:pt x="186" y="85"/>
                    <a:pt x="186" y="85"/>
                    <a:pt x="186" y="85"/>
                  </a:cubicBezTo>
                  <a:cubicBezTo>
                    <a:pt x="186" y="83"/>
                    <a:pt x="185" y="82"/>
                    <a:pt x="185" y="80"/>
                  </a:cubicBezTo>
                  <a:cubicBezTo>
                    <a:pt x="185" y="79"/>
                    <a:pt x="185" y="77"/>
                    <a:pt x="185" y="75"/>
                  </a:cubicBezTo>
                  <a:close/>
                  <a:moveTo>
                    <a:pt x="172" y="30"/>
                  </a:moveTo>
                  <a:cubicBezTo>
                    <a:pt x="172" y="33"/>
                    <a:pt x="171" y="36"/>
                    <a:pt x="170" y="37"/>
                  </a:cubicBezTo>
                  <a:cubicBezTo>
                    <a:pt x="168" y="38"/>
                    <a:pt x="166" y="39"/>
                    <a:pt x="164" y="39"/>
                  </a:cubicBezTo>
                  <a:cubicBezTo>
                    <a:pt x="159" y="39"/>
                    <a:pt x="159" y="39"/>
                    <a:pt x="159" y="39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65" y="13"/>
                    <a:pt x="165" y="13"/>
                    <a:pt x="165" y="13"/>
                  </a:cubicBezTo>
                  <a:cubicBezTo>
                    <a:pt x="167" y="13"/>
                    <a:pt x="169" y="14"/>
                    <a:pt x="170" y="15"/>
                  </a:cubicBezTo>
                  <a:cubicBezTo>
                    <a:pt x="171" y="16"/>
                    <a:pt x="172" y="19"/>
                    <a:pt x="172" y="22"/>
                  </a:cubicBezTo>
                  <a:lnTo>
                    <a:pt x="172" y="30"/>
                  </a:lnTo>
                  <a:close/>
                  <a:moveTo>
                    <a:pt x="225" y="1"/>
                  </a:moveTo>
                  <a:cubicBezTo>
                    <a:pt x="212" y="1"/>
                    <a:pt x="212" y="1"/>
                    <a:pt x="212" y="1"/>
                  </a:cubicBezTo>
                  <a:cubicBezTo>
                    <a:pt x="212" y="85"/>
                    <a:pt x="212" y="85"/>
                    <a:pt x="212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7" y="73"/>
                    <a:pt x="247" y="73"/>
                    <a:pt x="247" y="73"/>
                  </a:cubicBezTo>
                  <a:cubicBezTo>
                    <a:pt x="225" y="73"/>
                    <a:pt x="225" y="73"/>
                    <a:pt x="225" y="73"/>
                  </a:cubicBezTo>
                  <a:lnTo>
                    <a:pt x="22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71" tIns="48385" rIns="96771" bIns="48385" numCol="1" anchor="t" anchorCtr="0" compatLnSpc="1"/>
            <a:lstStyle/>
            <a:p>
              <a:pPr eaLnBrk="0" fontAlgn="base" hangingPunct="0"/>
              <a:endParaRPr lang="ko-KR" alt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6"/>
            <p:cNvSpPr>
              <a:spLocks noEditPoints="1"/>
            </p:cNvSpPr>
            <p:nvPr userDrawn="1"/>
          </p:nvSpPr>
          <p:spPr bwMode="auto">
            <a:xfrm>
              <a:off x="7119690" y="5691050"/>
              <a:ext cx="1441696" cy="137231"/>
            </a:xfrm>
            <a:custGeom>
              <a:avLst/>
              <a:gdLst>
                <a:gd name="T0" fmla="*/ 132 w 393"/>
                <a:gd name="T1" fmla="*/ 28 h 37"/>
                <a:gd name="T2" fmla="*/ 127 w 393"/>
                <a:gd name="T3" fmla="*/ 26 h 37"/>
                <a:gd name="T4" fmla="*/ 133 w 393"/>
                <a:gd name="T5" fmla="*/ 18 h 37"/>
                <a:gd name="T6" fmla="*/ 186 w 393"/>
                <a:gd name="T7" fmla="*/ 8 h 37"/>
                <a:gd name="T8" fmla="*/ 174 w 393"/>
                <a:gd name="T9" fmla="*/ 8 h 37"/>
                <a:gd name="T10" fmla="*/ 163 w 393"/>
                <a:gd name="T11" fmla="*/ 29 h 37"/>
                <a:gd name="T12" fmla="*/ 173 w 393"/>
                <a:gd name="T13" fmla="*/ 12 h 37"/>
                <a:gd name="T14" fmla="*/ 192 w 393"/>
                <a:gd name="T15" fmla="*/ 29 h 37"/>
                <a:gd name="T16" fmla="*/ 106 w 393"/>
                <a:gd name="T17" fmla="*/ 25 h 37"/>
                <a:gd name="T18" fmla="*/ 103 w 393"/>
                <a:gd name="T19" fmla="*/ 32 h 37"/>
                <a:gd name="T20" fmla="*/ 103 w 393"/>
                <a:gd name="T21" fmla="*/ 36 h 37"/>
                <a:gd name="T22" fmla="*/ 154 w 393"/>
                <a:gd name="T23" fmla="*/ 19 h 37"/>
                <a:gd name="T24" fmla="*/ 144 w 393"/>
                <a:gd name="T25" fmla="*/ 19 h 37"/>
                <a:gd name="T26" fmla="*/ 144 w 393"/>
                <a:gd name="T27" fmla="*/ 28 h 37"/>
                <a:gd name="T28" fmla="*/ 154 w 393"/>
                <a:gd name="T29" fmla="*/ 8 h 37"/>
                <a:gd name="T30" fmla="*/ 375 w 393"/>
                <a:gd name="T31" fmla="*/ 7 h 37"/>
                <a:gd name="T32" fmla="*/ 369 w 393"/>
                <a:gd name="T33" fmla="*/ 29 h 37"/>
                <a:gd name="T34" fmla="*/ 378 w 393"/>
                <a:gd name="T35" fmla="*/ 15 h 37"/>
                <a:gd name="T36" fmla="*/ 388 w 393"/>
                <a:gd name="T37" fmla="*/ 11 h 37"/>
                <a:gd name="T38" fmla="*/ 392 w 393"/>
                <a:gd name="T39" fmla="*/ 9 h 37"/>
                <a:gd name="T40" fmla="*/ 38 w 393"/>
                <a:gd name="T41" fmla="*/ 20 h 37"/>
                <a:gd name="T42" fmla="*/ 39 w 393"/>
                <a:gd name="T43" fmla="*/ 29 h 37"/>
                <a:gd name="T44" fmla="*/ 54 w 393"/>
                <a:gd name="T45" fmla="*/ 8 h 37"/>
                <a:gd name="T46" fmla="*/ 13 w 393"/>
                <a:gd name="T47" fmla="*/ 8 h 37"/>
                <a:gd name="T48" fmla="*/ 7 w 393"/>
                <a:gd name="T49" fmla="*/ 29 h 37"/>
                <a:gd name="T50" fmla="*/ 29 w 393"/>
                <a:gd name="T51" fmla="*/ 8 h 37"/>
                <a:gd name="T52" fmla="*/ 88 w 393"/>
                <a:gd name="T53" fmla="*/ 25 h 37"/>
                <a:gd name="T54" fmla="*/ 71 w 393"/>
                <a:gd name="T55" fmla="*/ 8 h 37"/>
                <a:gd name="T56" fmla="*/ 64 w 393"/>
                <a:gd name="T57" fmla="*/ 29 h 37"/>
                <a:gd name="T58" fmla="*/ 87 w 393"/>
                <a:gd name="T59" fmla="*/ 8 h 37"/>
                <a:gd name="T60" fmla="*/ 207 w 393"/>
                <a:gd name="T61" fmla="*/ 26 h 37"/>
                <a:gd name="T62" fmla="*/ 214 w 393"/>
                <a:gd name="T63" fmla="*/ 26 h 37"/>
                <a:gd name="T64" fmla="*/ 214 w 393"/>
                <a:gd name="T65" fmla="*/ 7 h 37"/>
                <a:gd name="T66" fmla="*/ 208 w 393"/>
                <a:gd name="T67" fmla="*/ 16 h 37"/>
                <a:gd name="T68" fmla="*/ 286 w 393"/>
                <a:gd name="T69" fmla="*/ 11 h 37"/>
                <a:gd name="T70" fmla="*/ 277 w 393"/>
                <a:gd name="T71" fmla="*/ 8 h 37"/>
                <a:gd name="T72" fmla="*/ 284 w 393"/>
                <a:gd name="T73" fmla="*/ 29 h 37"/>
                <a:gd name="T74" fmla="*/ 327 w 393"/>
                <a:gd name="T75" fmla="*/ 24 h 37"/>
                <a:gd name="T76" fmla="*/ 340 w 393"/>
                <a:gd name="T77" fmla="*/ 14 h 37"/>
                <a:gd name="T78" fmla="*/ 325 w 393"/>
                <a:gd name="T79" fmla="*/ 26 h 37"/>
                <a:gd name="T80" fmla="*/ 298 w 393"/>
                <a:gd name="T81" fmla="*/ 7 h 37"/>
                <a:gd name="T82" fmla="*/ 307 w 393"/>
                <a:gd name="T83" fmla="*/ 22 h 37"/>
                <a:gd name="T84" fmla="*/ 308 w 393"/>
                <a:gd name="T85" fmla="*/ 19 h 37"/>
                <a:gd name="T86" fmla="*/ 298 w 393"/>
                <a:gd name="T87" fmla="*/ 10 h 37"/>
                <a:gd name="T88" fmla="*/ 273 w 393"/>
                <a:gd name="T89" fmla="*/ 0 h 37"/>
                <a:gd name="T90" fmla="*/ 344 w 393"/>
                <a:gd name="T91" fmla="*/ 26 h 37"/>
                <a:gd name="T92" fmla="*/ 351 w 393"/>
                <a:gd name="T93" fmla="*/ 7 h 37"/>
                <a:gd name="T94" fmla="*/ 351 w 393"/>
                <a:gd name="T95" fmla="*/ 10 h 37"/>
                <a:gd name="T96" fmla="*/ 237 w 393"/>
                <a:gd name="T97" fmla="*/ 7 h 37"/>
                <a:gd name="T98" fmla="*/ 231 w 393"/>
                <a:gd name="T99" fmla="*/ 26 h 37"/>
                <a:gd name="T100" fmla="*/ 240 w 393"/>
                <a:gd name="T101" fmla="*/ 24 h 37"/>
                <a:gd name="T102" fmla="*/ 240 w 393"/>
                <a:gd name="T103" fmla="*/ 12 h 37"/>
                <a:gd name="T104" fmla="*/ 270 w 393"/>
                <a:gd name="T105" fmla="*/ 8 h 37"/>
                <a:gd name="T106" fmla="*/ 313 w 393"/>
                <a:gd name="T107" fmla="*/ 29 h 37"/>
                <a:gd name="T108" fmla="*/ 253 w 393"/>
                <a:gd name="T109" fmla="*/ 11 h 37"/>
                <a:gd name="T110" fmla="*/ 261 w 393"/>
                <a:gd name="T111" fmla="*/ 8 h 37"/>
                <a:gd name="T112" fmla="*/ 250 w 393"/>
                <a:gd name="T113" fmla="*/ 16 h 37"/>
                <a:gd name="T114" fmla="*/ 257 w 393"/>
                <a:gd name="T115" fmla="*/ 26 h 37"/>
                <a:gd name="T116" fmla="*/ 261 w 393"/>
                <a:gd name="T117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3" h="37">
                  <a:moveTo>
                    <a:pt x="127" y="7"/>
                  </a:moveTo>
                  <a:cubicBezTo>
                    <a:pt x="124" y="7"/>
                    <a:pt x="122" y="8"/>
                    <a:pt x="120" y="10"/>
                  </a:cubicBezTo>
                  <a:cubicBezTo>
                    <a:pt x="118" y="12"/>
                    <a:pt x="117" y="14"/>
                    <a:pt x="117" y="18"/>
                  </a:cubicBezTo>
                  <a:cubicBezTo>
                    <a:pt x="117" y="22"/>
                    <a:pt x="118" y="24"/>
                    <a:pt x="120" y="26"/>
                  </a:cubicBezTo>
                  <a:cubicBezTo>
                    <a:pt x="122" y="28"/>
                    <a:pt x="124" y="29"/>
                    <a:pt x="127" y="29"/>
                  </a:cubicBezTo>
                  <a:cubicBezTo>
                    <a:pt x="129" y="29"/>
                    <a:pt x="130" y="29"/>
                    <a:pt x="132" y="28"/>
                  </a:cubicBezTo>
                  <a:cubicBezTo>
                    <a:pt x="133" y="27"/>
                    <a:pt x="135" y="26"/>
                    <a:pt x="135" y="24"/>
                  </a:cubicBezTo>
                  <a:cubicBezTo>
                    <a:pt x="136" y="23"/>
                    <a:pt x="137" y="21"/>
                    <a:pt x="137" y="18"/>
                  </a:cubicBezTo>
                  <a:cubicBezTo>
                    <a:pt x="137" y="15"/>
                    <a:pt x="136" y="12"/>
                    <a:pt x="134" y="10"/>
                  </a:cubicBezTo>
                  <a:cubicBezTo>
                    <a:pt x="132" y="8"/>
                    <a:pt x="130" y="7"/>
                    <a:pt x="127" y="7"/>
                  </a:cubicBezTo>
                  <a:close/>
                  <a:moveTo>
                    <a:pt x="131" y="24"/>
                  </a:moveTo>
                  <a:cubicBezTo>
                    <a:pt x="130" y="26"/>
                    <a:pt x="129" y="26"/>
                    <a:pt x="127" y="26"/>
                  </a:cubicBezTo>
                  <a:cubicBezTo>
                    <a:pt x="125" y="26"/>
                    <a:pt x="124" y="26"/>
                    <a:pt x="122" y="24"/>
                  </a:cubicBezTo>
                  <a:cubicBezTo>
                    <a:pt x="121" y="23"/>
                    <a:pt x="121" y="21"/>
                    <a:pt x="121" y="18"/>
                  </a:cubicBezTo>
                  <a:cubicBezTo>
                    <a:pt x="121" y="16"/>
                    <a:pt x="121" y="14"/>
                    <a:pt x="122" y="12"/>
                  </a:cubicBezTo>
                  <a:cubicBezTo>
                    <a:pt x="124" y="11"/>
                    <a:pt x="125" y="10"/>
                    <a:pt x="127" y="10"/>
                  </a:cubicBezTo>
                  <a:cubicBezTo>
                    <a:pt x="129" y="10"/>
                    <a:pt x="130" y="11"/>
                    <a:pt x="131" y="12"/>
                  </a:cubicBezTo>
                  <a:cubicBezTo>
                    <a:pt x="132" y="14"/>
                    <a:pt x="133" y="16"/>
                    <a:pt x="133" y="18"/>
                  </a:cubicBezTo>
                  <a:cubicBezTo>
                    <a:pt x="133" y="21"/>
                    <a:pt x="132" y="23"/>
                    <a:pt x="131" y="24"/>
                  </a:cubicBezTo>
                  <a:close/>
                  <a:moveTo>
                    <a:pt x="195" y="20"/>
                  </a:moveTo>
                  <a:cubicBezTo>
                    <a:pt x="194" y="24"/>
                    <a:pt x="194" y="24"/>
                    <a:pt x="194" y="24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0" y="8"/>
                    <a:pt x="190" y="8"/>
                    <a:pt x="190" y="8"/>
                  </a:cubicBezTo>
                  <a:cubicBezTo>
                    <a:pt x="186" y="8"/>
                    <a:pt x="186" y="8"/>
                    <a:pt x="186" y="8"/>
                  </a:cubicBezTo>
                  <a:cubicBezTo>
                    <a:pt x="183" y="20"/>
                    <a:pt x="183" y="20"/>
                    <a:pt x="183" y="20"/>
                  </a:cubicBezTo>
                  <a:cubicBezTo>
                    <a:pt x="182" y="23"/>
                    <a:pt x="182" y="24"/>
                    <a:pt x="182" y="24"/>
                  </a:cubicBezTo>
                  <a:cubicBezTo>
                    <a:pt x="181" y="20"/>
                    <a:pt x="181" y="20"/>
                    <a:pt x="181" y="20"/>
                  </a:cubicBezTo>
                  <a:cubicBezTo>
                    <a:pt x="177" y="8"/>
                    <a:pt x="177" y="8"/>
                    <a:pt x="177" y="8"/>
                  </a:cubicBezTo>
                  <a:cubicBezTo>
                    <a:pt x="174" y="8"/>
                    <a:pt x="174" y="8"/>
                    <a:pt x="174" y="8"/>
                  </a:cubicBezTo>
                  <a:cubicBezTo>
                    <a:pt x="174" y="8"/>
                    <a:pt x="174" y="8"/>
                    <a:pt x="174" y="8"/>
                  </a:cubicBezTo>
                  <a:cubicBezTo>
                    <a:pt x="173" y="8"/>
                    <a:pt x="172" y="7"/>
                    <a:pt x="171" y="7"/>
                  </a:cubicBezTo>
                  <a:cubicBezTo>
                    <a:pt x="170" y="7"/>
                    <a:pt x="169" y="8"/>
                    <a:pt x="168" y="8"/>
                  </a:cubicBezTo>
                  <a:cubicBezTo>
                    <a:pt x="168" y="9"/>
                    <a:pt x="167" y="10"/>
                    <a:pt x="166" y="11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63" y="8"/>
                    <a:pt x="163" y="8"/>
                    <a:pt x="163" y="8"/>
                  </a:cubicBezTo>
                  <a:cubicBezTo>
                    <a:pt x="163" y="29"/>
                    <a:pt x="163" y="29"/>
                    <a:pt x="163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6"/>
                    <a:pt x="167" y="15"/>
                    <a:pt x="167" y="14"/>
                  </a:cubicBezTo>
                  <a:cubicBezTo>
                    <a:pt x="167" y="13"/>
                    <a:pt x="168" y="12"/>
                    <a:pt x="168" y="12"/>
                  </a:cubicBezTo>
                  <a:cubicBezTo>
                    <a:pt x="169" y="11"/>
                    <a:pt x="170" y="11"/>
                    <a:pt x="170" y="11"/>
                  </a:cubicBezTo>
                  <a:cubicBezTo>
                    <a:pt x="171" y="11"/>
                    <a:pt x="172" y="11"/>
                    <a:pt x="173" y="12"/>
                  </a:cubicBezTo>
                  <a:cubicBezTo>
                    <a:pt x="174" y="9"/>
                    <a:pt x="174" y="9"/>
                    <a:pt x="174" y="9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cubicBezTo>
                    <a:pt x="188" y="13"/>
                    <a:pt x="188" y="13"/>
                    <a:pt x="188" y="13"/>
                  </a:cubicBezTo>
                  <a:cubicBezTo>
                    <a:pt x="189" y="16"/>
                    <a:pt x="189" y="16"/>
                    <a:pt x="189" y="16"/>
                  </a:cubicBezTo>
                  <a:cubicBezTo>
                    <a:pt x="192" y="29"/>
                    <a:pt x="192" y="29"/>
                    <a:pt x="192" y="29"/>
                  </a:cubicBezTo>
                  <a:cubicBezTo>
                    <a:pt x="196" y="29"/>
                    <a:pt x="196" y="29"/>
                    <a:pt x="196" y="29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199" y="8"/>
                    <a:pt x="199" y="8"/>
                    <a:pt x="199" y="8"/>
                  </a:cubicBezTo>
                  <a:lnTo>
                    <a:pt x="195" y="20"/>
                  </a:lnTo>
                  <a:close/>
                  <a:moveTo>
                    <a:pt x="108" y="20"/>
                  </a:moveTo>
                  <a:cubicBezTo>
                    <a:pt x="107" y="22"/>
                    <a:pt x="106" y="23"/>
                    <a:pt x="106" y="25"/>
                  </a:cubicBezTo>
                  <a:cubicBezTo>
                    <a:pt x="106" y="23"/>
                    <a:pt x="105" y="21"/>
                    <a:pt x="105" y="20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4" y="29"/>
                    <a:pt x="104" y="29"/>
                    <a:pt x="104" y="30"/>
                  </a:cubicBezTo>
                  <a:cubicBezTo>
                    <a:pt x="104" y="31"/>
                    <a:pt x="103" y="32"/>
                    <a:pt x="103" y="32"/>
                  </a:cubicBezTo>
                  <a:cubicBezTo>
                    <a:pt x="103" y="33"/>
                    <a:pt x="102" y="33"/>
                    <a:pt x="102" y="33"/>
                  </a:cubicBezTo>
                  <a:cubicBezTo>
                    <a:pt x="101" y="34"/>
                    <a:pt x="101" y="34"/>
                    <a:pt x="100" y="34"/>
                  </a:cubicBezTo>
                  <a:cubicBezTo>
                    <a:pt x="99" y="34"/>
                    <a:pt x="99" y="34"/>
                    <a:pt x="98" y="33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9" y="37"/>
                    <a:pt x="100" y="37"/>
                    <a:pt x="101" y="37"/>
                  </a:cubicBezTo>
                  <a:cubicBezTo>
                    <a:pt x="102" y="37"/>
                    <a:pt x="103" y="37"/>
                    <a:pt x="103" y="36"/>
                  </a:cubicBezTo>
                  <a:cubicBezTo>
                    <a:pt x="104" y="36"/>
                    <a:pt x="105" y="35"/>
                    <a:pt x="106" y="34"/>
                  </a:cubicBezTo>
                  <a:cubicBezTo>
                    <a:pt x="106" y="33"/>
                    <a:pt x="107" y="31"/>
                    <a:pt x="108" y="29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2" y="8"/>
                    <a:pt x="112" y="8"/>
                    <a:pt x="112" y="8"/>
                  </a:cubicBezTo>
                  <a:lnTo>
                    <a:pt x="108" y="20"/>
                  </a:lnTo>
                  <a:close/>
                  <a:moveTo>
                    <a:pt x="154" y="19"/>
                  </a:moveTo>
                  <a:cubicBezTo>
                    <a:pt x="154" y="21"/>
                    <a:pt x="154" y="22"/>
                    <a:pt x="153" y="23"/>
                  </a:cubicBezTo>
                  <a:cubicBezTo>
                    <a:pt x="153" y="24"/>
                    <a:pt x="152" y="25"/>
                    <a:pt x="151" y="25"/>
                  </a:cubicBezTo>
                  <a:cubicBezTo>
                    <a:pt x="150" y="26"/>
                    <a:pt x="149" y="26"/>
                    <a:pt x="148" y="26"/>
                  </a:cubicBezTo>
                  <a:cubicBezTo>
                    <a:pt x="147" y="26"/>
                    <a:pt x="146" y="26"/>
                    <a:pt x="146" y="25"/>
                  </a:cubicBezTo>
                  <a:cubicBezTo>
                    <a:pt x="145" y="25"/>
                    <a:pt x="145" y="24"/>
                    <a:pt x="144" y="23"/>
                  </a:cubicBezTo>
                  <a:cubicBezTo>
                    <a:pt x="144" y="22"/>
                    <a:pt x="144" y="21"/>
                    <a:pt x="144" y="19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41" y="22"/>
                    <a:pt x="141" y="23"/>
                    <a:pt x="141" y="24"/>
                  </a:cubicBezTo>
                  <a:cubicBezTo>
                    <a:pt x="141" y="25"/>
                    <a:pt x="141" y="26"/>
                    <a:pt x="142" y="27"/>
                  </a:cubicBezTo>
                  <a:cubicBezTo>
                    <a:pt x="142" y="27"/>
                    <a:pt x="143" y="28"/>
                    <a:pt x="144" y="28"/>
                  </a:cubicBezTo>
                  <a:cubicBezTo>
                    <a:pt x="145" y="29"/>
                    <a:pt x="146" y="29"/>
                    <a:pt x="148" y="29"/>
                  </a:cubicBezTo>
                  <a:cubicBezTo>
                    <a:pt x="150" y="29"/>
                    <a:pt x="153" y="28"/>
                    <a:pt x="154" y="26"/>
                  </a:cubicBezTo>
                  <a:cubicBezTo>
                    <a:pt x="154" y="29"/>
                    <a:pt x="154" y="29"/>
                    <a:pt x="154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4" y="8"/>
                    <a:pt x="154" y="8"/>
                    <a:pt x="154" y="8"/>
                  </a:cubicBezTo>
                  <a:lnTo>
                    <a:pt x="154" y="19"/>
                  </a:lnTo>
                  <a:close/>
                  <a:moveTo>
                    <a:pt x="392" y="9"/>
                  </a:moveTo>
                  <a:cubicBezTo>
                    <a:pt x="391" y="8"/>
                    <a:pt x="389" y="7"/>
                    <a:pt x="387" y="7"/>
                  </a:cubicBezTo>
                  <a:cubicBezTo>
                    <a:pt x="384" y="7"/>
                    <a:pt x="382" y="9"/>
                    <a:pt x="381" y="11"/>
                  </a:cubicBezTo>
                  <a:cubicBezTo>
                    <a:pt x="380" y="10"/>
                    <a:pt x="379" y="9"/>
                    <a:pt x="378" y="8"/>
                  </a:cubicBezTo>
                  <a:cubicBezTo>
                    <a:pt x="377" y="8"/>
                    <a:pt x="376" y="7"/>
                    <a:pt x="375" y="7"/>
                  </a:cubicBezTo>
                  <a:cubicBezTo>
                    <a:pt x="373" y="7"/>
                    <a:pt x="372" y="8"/>
                    <a:pt x="371" y="8"/>
                  </a:cubicBezTo>
                  <a:cubicBezTo>
                    <a:pt x="370" y="9"/>
                    <a:pt x="369" y="10"/>
                    <a:pt x="368" y="11"/>
                  </a:cubicBezTo>
                  <a:cubicBezTo>
                    <a:pt x="368" y="8"/>
                    <a:pt x="368" y="8"/>
                    <a:pt x="368" y="8"/>
                  </a:cubicBezTo>
                  <a:cubicBezTo>
                    <a:pt x="365" y="8"/>
                    <a:pt x="365" y="8"/>
                    <a:pt x="365" y="8"/>
                  </a:cubicBezTo>
                  <a:cubicBezTo>
                    <a:pt x="365" y="29"/>
                    <a:pt x="365" y="29"/>
                    <a:pt x="365" y="29"/>
                  </a:cubicBezTo>
                  <a:cubicBezTo>
                    <a:pt x="369" y="29"/>
                    <a:pt x="369" y="29"/>
                    <a:pt x="369" y="29"/>
                  </a:cubicBezTo>
                  <a:cubicBezTo>
                    <a:pt x="369" y="18"/>
                    <a:pt x="369" y="18"/>
                    <a:pt x="369" y="18"/>
                  </a:cubicBezTo>
                  <a:cubicBezTo>
                    <a:pt x="369" y="16"/>
                    <a:pt x="369" y="15"/>
                    <a:pt x="369" y="14"/>
                  </a:cubicBezTo>
                  <a:cubicBezTo>
                    <a:pt x="370" y="13"/>
                    <a:pt x="370" y="12"/>
                    <a:pt x="371" y="11"/>
                  </a:cubicBezTo>
                  <a:cubicBezTo>
                    <a:pt x="372" y="11"/>
                    <a:pt x="373" y="10"/>
                    <a:pt x="374" y="10"/>
                  </a:cubicBezTo>
                  <a:cubicBezTo>
                    <a:pt x="375" y="10"/>
                    <a:pt x="376" y="11"/>
                    <a:pt x="377" y="12"/>
                  </a:cubicBezTo>
                  <a:cubicBezTo>
                    <a:pt x="377" y="12"/>
                    <a:pt x="378" y="14"/>
                    <a:pt x="378" y="15"/>
                  </a:cubicBezTo>
                  <a:cubicBezTo>
                    <a:pt x="378" y="29"/>
                    <a:pt x="378" y="29"/>
                    <a:pt x="378" y="29"/>
                  </a:cubicBezTo>
                  <a:cubicBezTo>
                    <a:pt x="381" y="29"/>
                    <a:pt x="381" y="29"/>
                    <a:pt x="381" y="29"/>
                  </a:cubicBezTo>
                  <a:cubicBezTo>
                    <a:pt x="381" y="17"/>
                    <a:pt x="381" y="17"/>
                    <a:pt x="381" y="17"/>
                  </a:cubicBezTo>
                  <a:cubicBezTo>
                    <a:pt x="381" y="14"/>
                    <a:pt x="382" y="13"/>
                    <a:pt x="383" y="12"/>
                  </a:cubicBezTo>
                  <a:cubicBezTo>
                    <a:pt x="384" y="11"/>
                    <a:pt x="385" y="10"/>
                    <a:pt x="386" y="10"/>
                  </a:cubicBezTo>
                  <a:cubicBezTo>
                    <a:pt x="387" y="10"/>
                    <a:pt x="388" y="11"/>
                    <a:pt x="388" y="11"/>
                  </a:cubicBezTo>
                  <a:cubicBezTo>
                    <a:pt x="389" y="11"/>
                    <a:pt x="389" y="12"/>
                    <a:pt x="390" y="13"/>
                  </a:cubicBezTo>
                  <a:cubicBezTo>
                    <a:pt x="390" y="13"/>
                    <a:pt x="390" y="14"/>
                    <a:pt x="390" y="16"/>
                  </a:cubicBezTo>
                  <a:cubicBezTo>
                    <a:pt x="390" y="29"/>
                    <a:pt x="390" y="29"/>
                    <a:pt x="390" y="29"/>
                  </a:cubicBezTo>
                  <a:cubicBezTo>
                    <a:pt x="393" y="29"/>
                    <a:pt x="393" y="29"/>
                    <a:pt x="393" y="29"/>
                  </a:cubicBezTo>
                  <a:cubicBezTo>
                    <a:pt x="393" y="14"/>
                    <a:pt x="393" y="14"/>
                    <a:pt x="393" y="14"/>
                  </a:cubicBezTo>
                  <a:cubicBezTo>
                    <a:pt x="393" y="12"/>
                    <a:pt x="393" y="10"/>
                    <a:pt x="392" y="9"/>
                  </a:cubicBezTo>
                  <a:close/>
                  <a:moveTo>
                    <a:pt x="51" y="20"/>
                  </a:moveTo>
                  <a:cubicBezTo>
                    <a:pt x="50" y="24"/>
                    <a:pt x="50" y="24"/>
                    <a:pt x="50" y="24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3"/>
                    <a:pt x="37" y="24"/>
                    <a:pt x="37" y="24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4" y="8"/>
                    <a:pt x="54" y="8"/>
                    <a:pt x="54" y="8"/>
                  </a:cubicBezTo>
                  <a:lnTo>
                    <a:pt x="51" y="20"/>
                  </a:lnTo>
                  <a:close/>
                  <a:moveTo>
                    <a:pt x="22" y="20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3"/>
                    <a:pt x="9" y="24"/>
                    <a:pt x="9" y="2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5" y="8"/>
                    <a:pt x="25" y="8"/>
                    <a:pt x="25" y="8"/>
                  </a:cubicBezTo>
                  <a:lnTo>
                    <a:pt x="22" y="20"/>
                  </a:lnTo>
                  <a:close/>
                  <a:moveTo>
                    <a:pt x="88" y="29"/>
                  </a:moveTo>
                  <a:cubicBezTo>
                    <a:pt x="92" y="29"/>
                    <a:pt x="92" y="29"/>
                    <a:pt x="92" y="29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8" y="25"/>
                    <a:pt x="88" y="25"/>
                    <a:pt x="88" y="25"/>
                  </a:cubicBezTo>
                  <a:lnTo>
                    <a:pt x="88" y="29"/>
                  </a:lnTo>
                  <a:close/>
                  <a:moveTo>
                    <a:pt x="80" y="20"/>
                  </a:moveTo>
                  <a:cubicBezTo>
                    <a:pt x="78" y="24"/>
                    <a:pt x="78" y="24"/>
                    <a:pt x="78" y="24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7" y="23"/>
                    <a:pt x="66" y="24"/>
                    <a:pt x="66" y="24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3" y="8"/>
                    <a:pt x="83" y="8"/>
                    <a:pt x="83" y="8"/>
                  </a:cubicBezTo>
                  <a:lnTo>
                    <a:pt x="80" y="20"/>
                  </a:lnTo>
                  <a:close/>
                  <a:moveTo>
                    <a:pt x="214" y="7"/>
                  </a:moveTo>
                  <a:cubicBezTo>
                    <a:pt x="211" y="7"/>
                    <a:pt x="208" y="8"/>
                    <a:pt x="207" y="10"/>
                  </a:cubicBezTo>
                  <a:cubicBezTo>
                    <a:pt x="205" y="12"/>
                    <a:pt x="204" y="15"/>
                    <a:pt x="204" y="18"/>
                  </a:cubicBezTo>
                  <a:cubicBezTo>
                    <a:pt x="204" y="22"/>
                    <a:pt x="205" y="24"/>
                    <a:pt x="207" y="26"/>
                  </a:cubicBezTo>
                  <a:cubicBezTo>
                    <a:pt x="208" y="28"/>
                    <a:pt x="211" y="29"/>
                    <a:pt x="214" y="29"/>
                  </a:cubicBezTo>
                  <a:cubicBezTo>
                    <a:pt x="216" y="29"/>
                    <a:pt x="218" y="29"/>
                    <a:pt x="220" y="27"/>
                  </a:cubicBezTo>
                  <a:cubicBezTo>
                    <a:pt x="221" y="26"/>
                    <a:pt x="222" y="25"/>
                    <a:pt x="223" y="22"/>
                  </a:cubicBezTo>
                  <a:cubicBezTo>
                    <a:pt x="219" y="22"/>
                    <a:pt x="219" y="22"/>
                    <a:pt x="219" y="22"/>
                  </a:cubicBezTo>
                  <a:cubicBezTo>
                    <a:pt x="219" y="23"/>
                    <a:pt x="218" y="25"/>
                    <a:pt x="217" y="25"/>
                  </a:cubicBezTo>
                  <a:cubicBezTo>
                    <a:pt x="216" y="26"/>
                    <a:pt x="215" y="26"/>
                    <a:pt x="214" y="26"/>
                  </a:cubicBezTo>
                  <a:cubicBezTo>
                    <a:pt x="212" y="26"/>
                    <a:pt x="211" y="26"/>
                    <a:pt x="210" y="24"/>
                  </a:cubicBezTo>
                  <a:cubicBezTo>
                    <a:pt x="208" y="23"/>
                    <a:pt x="208" y="21"/>
                    <a:pt x="208" y="19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23" y="19"/>
                    <a:pt x="223" y="18"/>
                    <a:pt x="223" y="18"/>
                  </a:cubicBezTo>
                  <a:cubicBezTo>
                    <a:pt x="223" y="15"/>
                    <a:pt x="222" y="12"/>
                    <a:pt x="220" y="10"/>
                  </a:cubicBezTo>
                  <a:cubicBezTo>
                    <a:pt x="219" y="8"/>
                    <a:pt x="216" y="7"/>
                    <a:pt x="214" y="7"/>
                  </a:cubicBezTo>
                  <a:close/>
                  <a:moveTo>
                    <a:pt x="208" y="16"/>
                  </a:moveTo>
                  <a:cubicBezTo>
                    <a:pt x="208" y="14"/>
                    <a:pt x="209" y="13"/>
                    <a:pt x="210" y="12"/>
                  </a:cubicBezTo>
                  <a:cubicBezTo>
                    <a:pt x="211" y="11"/>
                    <a:pt x="212" y="10"/>
                    <a:pt x="214" y="10"/>
                  </a:cubicBezTo>
                  <a:cubicBezTo>
                    <a:pt x="215" y="10"/>
                    <a:pt x="217" y="11"/>
                    <a:pt x="218" y="12"/>
                  </a:cubicBezTo>
                  <a:cubicBezTo>
                    <a:pt x="219" y="13"/>
                    <a:pt x="219" y="15"/>
                    <a:pt x="219" y="16"/>
                  </a:cubicBezTo>
                  <a:lnTo>
                    <a:pt x="208" y="16"/>
                  </a:lnTo>
                  <a:close/>
                  <a:moveTo>
                    <a:pt x="285" y="26"/>
                  </a:moveTo>
                  <a:cubicBezTo>
                    <a:pt x="284" y="26"/>
                    <a:pt x="284" y="26"/>
                    <a:pt x="283" y="25"/>
                  </a:cubicBezTo>
                  <a:cubicBezTo>
                    <a:pt x="283" y="25"/>
                    <a:pt x="283" y="25"/>
                    <a:pt x="283" y="25"/>
                  </a:cubicBezTo>
                  <a:cubicBezTo>
                    <a:pt x="283" y="24"/>
                    <a:pt x="283" y="24"/>
                    <a:pt x="283" y="23"/>
                  </a:cubicBezTo>
                  <a:cubicBezTo>
                    <a:pt x="283" y="11"/>
                    <a:pt x="283" y="11"/>
                    <a:pt x="283" y="11"/>
                  </a:cubicBezTo>
                  <a:cubicBezTo>
                    <a:pt x="286" y="11"/>
                    <a:pt x="286" y="11"/>
                    <a:pt x="286" y="11"/>
                  </a:cubicBezTo>
                  <a:cubicBezTo>
                    <a:pt x="286" y="8"/>
                    <a:pt x="286" y="8"/>
                    <a:pt x="286" y="8"/>
                  </a:cubicBezTo>
                  <a:cubicBezTo>
                    <a:pt x="283" y="8"/>
                    <a:pt x="283" y="8"/>
                    <a:pt x="283" y="8"/>
                  </a:cubicBezTo>
                  <a:cubicBezTo>
                    <a:pt x="283" y="1"/>
                    <a:pt x="283" y="1"/>
                    <a:pt x="283" y="1"/>
                  </a:cubicBezTo>
                  <a:cubicBezTo>
                    <a:pt x="279" y="3"/>
                    <a:pt x="279" y="3"/>
                    <a:pt x="279" y="3"/>
                  </a:cubicBezTo>
                  <a:cubicBezTo>
                    <a:pt x="279" y="8"/>
                    <a:pt x="279" y="8"/>
                    <a:pt x="279" y="8"/>
                  </a:cubicBezTo>
                  <a:cubicBezTo>
                    <a:pt x="277" y="8"/>
                    <a:pt x="277" y="8"/>
                    <a:pt x="277" y="8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9" y="11"/>
                    <a:pt x="279" y="11"/>
                    <a:pt x="279" y="11"/>
                  </a:cubicBezTo>
                  <a:cubicBezTo>
                    <a:pt x="279" y="23"/>
                    <a:pt x="279" y="23"/>
                    <a:pt x="279" y="23"/>
                  </a:cubicBezTo>
                  <a:cubicBezTo>
                    <a:pt x="279" y="25"/>
                    <a:pt x="279" y="26"/>
                    <a:pt x="280" y="27"/>
                  </a:cubicBezTo>
                  <a:cubicBezTo>
                    <a:pt x="280" y="27"/>
                    <a:pt x="280" y="28"/>
                    <a:pt x="281" y="28"/>
                  </a:cubicBezTo>
                  <a:cubicBezTo>
                    <a:pt x="282" y="29"/>
                    <a:pt x="283" y="29"/>
                    <a:pt x="284" y="29"/>
                  </a:cubicBezTo>
                  <a:cubicBezTo>
                    <a:pt x="285" y="29"/>
                    <a:pt x="286" y="29"/>
                    <a:pt x="287" y="29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6"/>
                    <a:pt x="285" y="26"/>
                    <a:pt x="285" y="26"/>
                  </a:cubicBezTo>
                  <a:close/>
                  <a:moveTo>
                    <a:pt x="335" y="25"/>
                  </a:moveTo>
                  <a:cubicBezTo>
                    <a:pt x="334" y="26"/>
                    <a:pt x="333" y="26"/>
                    <a:pt x="331" y="26"/>
                  </a:cubicBezTo>
                  <a:cubicBezTo>
                    <a:pt x="330" y="26"/>
                    <a:pt x="328" y="26"/>
                    <a:pt x="327" y="24"/>
                  </a:cubicBezTo>
                  <a:cubicBezTo>
                    <a:pt x="326" y="23"/>
                    <a:pt x="326" y="21"/>
                    <a:pt x="326" y="18"/>
                  </a:cubicBezTo>
                  <a:cubicBezTo>
                    <a:pt x="326" y="16"/>
                    <a:pt x="326" y="14"/>
                    <a:pt x="327" y="12"/>
                  </a:cubicBezTo>
                  <a:cubicBezTo>
                    <a:pt x="328" y="11"/>
                    <a:pt x="330" y="10"/>
                    <a:pt x="332" y="10"/>
                  </a:cubicBezTo>
                  <a:cubicBezTo>
                    <a:pt x="333" y="10"/>
                    <a:pt x="334" y="11"/>
                    <a:pt x="335" y="11"/>
                  </a:cubicBezTo>
                  <a:cubicBezTo>
                    <a:pt x="335" y="12"/>
                    <a:pt x="336" y="13"/>
                    <a:pt x="336" y="15"/>
                  </a:cubicBezTo>
                  <a:cubicBezTo>
                    <a:pt x="340" y="14"/>
                    <a:pt x="340" y="14"/>
                    <a:pt x="340" y="14"/>
                  </a:cubicBezTo>
                  <a:cubicBezTo>
                    <a:pt x="339" y="12"/>
                    <a:pt x="338" y="10"/>
                    <a:pt x="337" y="9"/>
                  </a:cubicBezTo>
                  <a:cubicBezTo>
                    <a:pt x="335" y="8"/>
                    <a:pt x="334" y="7"/>
                    <a:pt x="331" y="7"/>
                  </a:cubicBezTo>
                  <a:cubicBezTo>
                    <a:pt x="330" y="7"/>
                    <a:pt x="328" y="8"/>
                    <a:pt x="326" y="9"/>
                  </a:cubicBezTo>
                  <a:cubicBezTo>
                    <a:pt x="325" y="10"/>
                    <a:pt x="324" y="11"/>
                    <a:pt x="323" y="12"/>
                  </a:cubicBezTo>
                  <a:cubicBezTo>
                    <a:pt x="322" y="14"/>
                    <a:pt x="322" y="16"/>
                    <a:pt x="322" y="18"/>
                  </a:cubicBezTo>
                  <a:cubicBezTo>
                    <a:pt x="322" y="22"/>
                    <a:pt x="323" y="24"/>
                    <a:pt x="325" y="26"/>
                  </a:cubicBezTo>
                  <a:cubicBezTo>
                    <a:pt x="326" y="28"/>
                    <a:pt x="329" y="29"/>
                    <a:pt x="331" y="29"/>
                  </a:cubicBezTo>
                  <a:cubicBezTo>
                    <a:pt x="334" y="29"/>
                    <a:pt x="336" y="28"/>
                    <a:pt x="337" y="27"/>
                  </a:cubicBezTo>
                  <a:cubicBezTo>
                    <a:pt x="339" y="26"/>
                    <a:pt x="340" y="24"/>
                    <a:pt x="340" y="22"/>
                  </a:cubicBezTo>
                  <a:cubicBezTo>
                    <a:pt x="337" y="21"/>
                    <a:pt x="337" y="21"/>
                    <a:pt x="337" y="21"/>
                  </a:cubicBezTo>
                  <a:cubicBezTo>
                    <a:pt x="336" y="23"/>
                    <a:pt x="336" y="24"/>
                    <a:pt x="335" y="25"/>
                  </a:cubicBezTo>
                  <a:close/>
                  <a:moveTo>
                    <a:pt x="298" y="7"/>
                  </a:moveTo>
                  <a:cubicBezTo>
                    <a:pt x="295" y="7"/>
                    <a:pt x="293" y="8"/>
                    <a:pt x="291" y="10"/>
                  </a:cubicBezTo>
                  <a:cubicBezTo>
                    <a:pt x="289" y="12"/>
                    <a:pt x="288" y="15"/>
                    <a:pt x="288" y="18"/>
                  </a:cubicBezTo>
                  <a:cubicBezTo>
                    <a:pt x="288" y="22"/>
                    <a:pt x="289" y="24"/>
                    <a:pt x="291" y="26"/>
                  </a:cubicBezTo>
                  <a:cubicBezTo>
                    <a:pt x="293" y="28"/>
                    <a:pt x="295" y="29"/>
                    <a:pt x="298" y="29"/>
                  </a:cubicBezTo>
                  <a:cubicBezTo>
                    <a:pt x="301" y="29"/>
                    <a:pt x="303" y="29"/>
                    <a:pt x="304" y="27"/>
                  </a:cubicBezTo>
                  <a:cubicBezTo>
                    <a:pt x="306" y="26"/>
                    <a:pt x="307" y="25"/>
                    <a:pt x="307" y="22"/>
                  </a:cubicBezTo>
                  <a:cubicBezTo>
                    <a:pt x="304" y="22"/>
                    <a:pt x="304" y="22"/>
                    <a:pt x="304" y="22"/>
                  </a:cubicBezTo>
                  <a:cubicBezTo>
                    <a:pt x="303" y="23"/>
                    <a:pt x="303" y="25"/>
                    <a:pt x="302" y="25"/>
                  </a:cubicBezTo>
                  <a:cubicBezTo>
                    <a:pt x="301" y="26"/>
                    <a:pt x="300" y="26"/>
                    <a:pt x="298" y="26"/>
                  </a:cubicBezTo>
                  <a:cubicBezTo>
                    <a:pt x="297" y="26"/>
                    <a:pt x="295" y="26"/>
                    <a:pt x="294" y="24"/>
                  </a:cubicBezTo>
                  <a:cubicBezTo>
                    <a:pt x="293" y="23"/>
                    <a:pt x="292" y="21"/>
                    <a:pt x="292" y="19"/>
                  </a:cubicBezTo>
                  <a:cubicBezTo>
                    <a:pt x="308" y="19"/>
                    <a:pt x="308" y="19"/>
                    <a:pt x="308" y="19"/>
                  </a:cubicBezTo>
                  <a:cubicBezTo>
                    <a:pt x="308" y="19"/>
                    <a:pt x="308" y="18"/>
                    <a:pt x="308" y="18"/>
                  </a:cubicBezTo>
                  <a:cubicBezTo>
                    <a:pt x="308" y="15"/>
                    <a:pt x="307" y="12"/>
                    <a:pt x="305" y="10"/>
                  </a:cubicBezTo>
                  <a:cubicBezTo>
                    <a:pt x="303" y="8"/>
                    <a:pt x="301" y="7"/>
                    <a:pt x="298" y="7"/>
                  </a:cubicBezTo>
                  <a:close/>
                  <a:moveTo>
                    <a:pt x="292" y="16"/>
                  </a:moveTo>
                  <a:cubicBezTo>
                    <a:pt x="292" y="14"/>
                    <a:pt x="293" y="13"/>
                    <a:pt x="294" y="12"/>
                  </a:cubicBezTo>
                  <a:cubicBezTo>
                    <a:pt x="295" y="11"/>
                    <a:pt x="297" y="10"/>
                    <a:pt x="298" y="10"/>
                  </a:cubicBezTo>
                  <a:cubicBezTo>
                    <a:pt x="300" y="10"/>
                    <a:pt x="301" y="11"/>
                    <a:pt x="303" y="12"/>
                  </a:cubicBezTo>
                  <a:cubicBezTo>
                    <a:pt x="303" y="13"/>
                    <a:pt x="304" y="15"/>
                    <a:pt x="304" y="16"/>
                  </a:cubicBezTo>
                  <a:lnTo>
                    <a:pt x="292" y="16"/>
                  </a:lnTo>
                  <a:close/>
                  <a:moveTo>
                    <a:pt x="270" y="4"/>
                  </a:moveTo>
                  <a:cubicBezTo>
                    <a:pt x="273" y="4"/>
                    <a:pt x="273" y="4"/>
                    <a:pt x="273" y="4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0" y="0"/>
                    <a:pt x="270" y="0"/>
                    <a:pt x="270" y="0"/>
                  </a:cubicBezTo>
                  <a:lnTo>
                    <a:pt x="270" y="4"/>
                  </a:lnTo>
                  <a:close/>
                  <a:moveTo>
                    <a:pt x="351" y="7"/>
                  </a:moveTo>
                  <a:cubicBezTo>
                    <a:pt x="349" y="7"/>
                    <a:pt x="347" y="8"/>
                    <a:pt x="345" y="10"/>
                  </a:cubicBezTo>
                  <a:cubicBezTo>
                    <a:pt x="343" y="12"/>
                    <a:pt x="342" y="14"/>
                    <a:pt x="342" y="18"/>
                  </a:cubicBezTo>
                  <a:cubicBezTo>
                    <a:pt x="342" y="22"/>
                    <a:pt x="343" y="24"/>
                    <a:pt x="344" y="26"/>
                  </a:cubicBezTo>
                  <a:cubicBezTo>
                    <a:pt x="346" y="28"/>
                    <a:pt x="349" y="29"/>
                    <a:pt x="351" y="29"/>
                  </a:cubicBezTo>
                  <a:cubicBezTo>
                    <a:pt x="353" y="29"/>
                    <a:pt x="355" y="29"/>
                    <a:pt x="356" y="28"/>
                  </a:cubicBezTo>
                  <a:cubicBezTo>
                    <a:pt x="358" y="27"/>
                    <a:pt x="359" y="26"/>
                    <a:pt x="360" y="24"/>
                  </a:cubicBezTo>
                  <a:cubicBezTo>
                    <a:pt x="361" y="23"/>
                    <a:pt x="361" y="21"/>
                    <a:pt x="361" y="18"/>
                  </a:cubicBezTo>
                  <a:cubicBezTo>
                    <a:pt x="361" y="15"/>
                    <a:pt x="360" y="12"/>
                    <a:pt x="358" y="10"/>
                  </a:cubicBezTo>
                  <a:cubicBezTo>
                    <a:pt x="357" y="8"/>
                    <a:pt x="354" y="7"/>
                    <a:pt x="351" y="7"/>
                  </a:cubicBezTo>
                  <a:close/>
                  <a:moveTo>
                    <a:pt x="356" y="24"/>
                  </a:moveTo>
                  <a:cubicBezTo>
                    <a:pt x="355" y="26"/>
                    <a:pt x="353" y="26"/>
                    <a:pt x="351" y="26"/>
                  </a:cubicBezTo>
                  <a:cubicBezTo>
                    <a:pt x="350" y="26"/>
                    <a:pt x="348" y="26"/>
                    <a:pt x="347" y="24"/>
                  </a:cubicBezTo>
                  <a:cubicBezTo>
                    <a:pt x="346" y="23"/>
                    <a:pt x="345" y="21"/>
                    <a:pt x="345" y="18"/>
                  </a:cubicBezTo>
                  <a:cubicBezTo>
                    <a:pt x="345" y="16"/>
                    <a:pt x="346" y="14"/>
                    <a:pt x="347" y="12"/>
                  </a:cubicBezTo>
                  <a:cubicBezTo>
                    <a:pt x="348" y="11"/>
                    <a:pt x="350" y="10"/>
                    <a:pt x="351" y="10"/>
                  </a:cubicBezTo>
                  <a:cubicBezTo>
                    <a:pt x="353" y="10"/>
                    <a:pt x="355" y="11"/>
                    <a:pt x="356" y="12"/>
                  </a:cubicBezTo>
                  <a:cubicBezTo>
                    <a:pt x="357" y="14"/>
                    <a:pt x="358" y="16"/>
                    <a:pt x="358" y="18"/>
                  </a:cubicBezTo>
                  <a:cubicBezTo>
                    <a:pt x="358" y="21"/>
                    <a:pt x="357" y="23"/>
                    <a:pt x="356" y="24"/>
                  </a:cubicBezTo>
                  <a:close/>
                  <a:moveTo>
                    <a:pt x="243" y="10"/>
                  </a:moveTo>
                  <a:cubicBezTo>
                    <a:pt x="242" y="9"/>
                    <a:pt x="241" y="9"/>
                    <a:pt x="240" y="8"/>
                  </a:cubicBezTo>
                  <a:cubicBezTo>
                    <a:pt x="239" y="8"/>
                    <a:pt x="238" y="7"/>
                    <a:pt x="237" y="7"/>
                  </a:cubicBezTo>
                  <a:cubicBezTo>
                    <a:pt x="234" y="7"/>
                    <a:pt x="232" y="8"/>
                    <a:pt x="231" y="10"/>
                  </a:cubicBezTo>
                  <a:cubicBezTo>
                    <a:pt x="231" y="0"/>
                    <a:pt x="231" y="0"/>
                    <a:pt x="231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31" y="29"/>
                    <a:pt x="231" y="29"/>
                    <a:pt x="231" y="29"/>
                  </a:cubicBezTo>
                  <a:cubicBezTo>
                    <a:pt x="231" y="26"/>
                    <a:pt x="231" y="26"/>
                    <a:pt x="231" y="26"/>
                  </a:cubicBezTo>
                  <a:cubicBezTo>
                    <a:pt x="232" y="28"/>
                    <a:pt x="234" y="29"/>
                    <a:pt x="236" y="29"/>
                  </a:cubicBezTo>
                  <a:cubicBezTo>
                    <a:pt x="239" y="29"/>
                    <a:pt x="241" y="28"/>
                    <a:pt x="243" y="26"/>
                  </a:cubicBezTo>
                  <a:cubicBezTo>
                    <a:pt x="244" y="24"/>
                    <a:pt x="245" y="22"/>
                    <a:pt x="245" y="18"/>
                  </a:cubicBezTo>
                  <a:cubicBezTo>
                    <a:pt x="245" y="16"/>
                    <a:pt x="245" y="15"/>
                    <a:pt x="245" y="14"/>
                  </a:cubicBezTo>
                  <a:cubicBezTo>
                    <a:pt x="244" y="12"/>
                    <a:pt x="244" y="11"/>
                    <a:pt x="243" y="10"/>
                  </a:cubicBezTo>
                  <a:close/>
                  <a:moveTo>
                    <a:pt x="240" y="24"/>
                  </a:moveTo>
                  <a:cubicBezTo>
                    <a:pt x="239" y="26"/>
                    <a:pt x="238" y="26"/>
                    <a:pt x="236" y="26"/>
                  </a:cubicBezTo>
                  <a:cubicBezTo>
                    <a:pt x="234" y="26"/>
                    <a:pt x="233" y="25"/>
                    <a:pt x="232" y="24"/>
                  </a:cubicBezTo>
                  <a:cubicBezTo>
                    <a:pt x="231" y="22"/>
                    <a:pt x="231" y="21"/>
                    <a:pt x="231" y="18"/>
                  </a:cubicBezTo>
                  <a:cubicBezTo>
                    <a:pt x="231" y="16"/>
                    <a:pt x="231" y="14"/>
                    <a:pt x="232" y="12"/>
                  </a:cubicBezTo>
                  <a:cubicBezTo>
                    <a:pt x="233" y="11"/>
                    <a:pt x="235" y="10"/>
                    <a:pt x="236" y="10"/>
                  </a:cubicBezTo>
                  <a:cubicBezTo>
                    <a:pt x="238" y="10"/>
                    <a:pt x="239" y="11"/>
                    <a:pt x="240" y="12"/>
                  </a:cubicBezTo>
                  <a:cubicBezTo>
                    <a:pt x="241" y="14"/>
                    <a:pt x="242" y="16"/>
                    <a:pt x="242" y="18"/>
                  </a:cubicBezTo>
                  <a:cubicBezTo>
                    <a:pt x="242" y="21"/>
                    <a:pt x="241" y="23"/>
                    <a:pt x="240" y="24"/>
                  </a:cubicBezTo>
                  <a:close/>
                  <a:moveTo>
                    <a:pt x="270" y="29"/>
                  </a:moveTo>
                  <a:cubicBezTo>
                    <a:pt x="273" y="29"/>
                    <a:pt x="273" y="29"/>
                    <a:pt x="273" y="29"/>
                  </a:cubicBezTo>
                  <a:cubicBezTo>
                    <a:pt x="273" y="8"/>
                    <a:pt x="273" y="8"/>
                    <a:pt x="273" y="8"/>
                  </a:cubicBezTo>
                  <a:cubicBezTo>
                    <a:pt x="270" y="8"/>
                    <a:pt x="270" y="8"/>
                    <a:pt x="270" y="8"/>
                  </a:cubicBezTo>
                  <a:lnTo>
                    <a:pt x="270" y="29"/>
                  </a:lnTo>
                  <a:close/>
                  <a:moveTo>
                    <a:pt x="313" y="29"/>
                  </a:moveTo>
                  <a:cubicBezTo>
                    <a:pt x="317" y="29"/>
                    <a:pt x="317" y="29"/>
                    <a:pt x="317" y="29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3" y="25"/>
                    <a:pt x="313" y="25"/>
                    <a:pt x="313" y="25"/>
                  </a:cubicBezTo>
                  <a:lnTo>
                    <a:pt x="313" y="29"/>
                  </a:lnTo>
                  <a:close/>
                  <a:moveTo>
                    <a:pt x="262" y="18"/>
                  </a:moveTo>
                  <a:cubicBezTo>
                    <a:pt x="261" y="17"/>
                    <a:pt x="260" y="17"/>
                    <a:pt x="257" y="16"/>
                  </a:cubicBezTo>
                  <a:cubicBezTo>
                    <a:pt x="255" y="16"/>
                    <a:pt x="254" y="15"/>
                    <a:pt x="254" y="15"/>
                  </a:cubicBezTo>
                  <a:cubicBezTo>
                    <a:pt x="253" y="15"/>
                    <a:pt x="253" y="15"/>
                    <a:pt x="253" y="14"/>
                  </a:cubicBezTo>
                  <a:cubicBezTo>
                    <a:pt x="252" y="14"/>
                    <a:pt x="252" y="13"/>
                    <a:pt x="252" y="13"/>
                  </a:cubicBezTo>
                  <a:cubicBezTo>
                    <a:pt x="252" y="12"/>
                    <a:pt x="253" y="12"/>
                    <a:pt x="253" y="11"/>
                  </a:cubicBezTo>
                  <a:cubicBezTo>
                    <a:pt x="254" y="11"/>
                    <a:pt x="255" y="10"/>
                    <a:pt x="257" y="10"/>
                  </a:cubicBezTo>
                  <a:cubicBezTo>
                    <a:pt x="258" y="10"/>
                    <a:pt x="259" y="11"/>
                    <a:pt x="260" y="11"/>
                  </a:cubicBezTo>
                  <a:cubicBezTo>
                    <a:pt x="261" y="12"/>
                    <a:pt x="261" y="13"/>
                    <a:pt x="261" y="14"/>
                  </a:cubicBezTo>
                  <a:cubicBezTo>
                    <a:pt x="265" y="13"/>
                    <a:pt x="265" y="13"/>
                    <a:pt x="265" y="13"/>
                  </a:cubicBezTo>
                  <a:cubicBezTo>
                    <a:pt x="264" y="12"/>
                    <a:pt x="264" y="11"/>
                    <a:pt x="263" y="10"/>
                  </a:cubicBezTo>
                  <a:cubicBezTo>
                    <a:pt x="263" y="9"/>
                    <a:pt x="262" y="9"/>
                    <a:pt x="261" y="8"/>
                  </a:cubicBezTo>
                  <a:cubicBezTo>
                    <a:pt x="260" y="8"/>
                    <a:pt x="258" y="7"/>
                    <a:pt x="256" y="7"/>
                  </a:cubicBezTo>
                  <a:cubicBezTo>
                    <a:pt x="255" y="7"/>
                    <a:pt x="254" y="8"/>
                    <a:pt x="253" y="8"/>
                  </a:cubicBezTo>
                  <a:cubicBezTo>
                    <a:pt x="252" y="8"/>
                    <a:pt x="252" y="8"/>
                    <a:pt x="251" y="9"/>
                  </a:cubicBezTo>
                  <a:cubicBezTo>
                    <a:pt x="250" y="9"/>
                    <a:pt x="250" y="10"/>
                    <a:pt x="249" y="11"/>
                  </a:cubicBezTo>
                  <a:cubicBezTo>
                    <a:pt x="249" y="12"/>
                    <a:pt x="249" y="12"/>
                    <a:pt x="249" y="13"/>
                  </a:cubicBezTo>
                  <a:cubicBezTo>
                    <a:pt x="249" y="14"/>
                    <a:pt x="249" y="15"/>
                    <a:pt x="250" y="16"/>
                  </a:cubicBezTo>
                  <a:cubicBezTo>
                    <a:pt x="250" y="17"/>
                    <a:pt x="251" y="18"/>
                    <a:pt x="252" y="18"/>
                  </a:cubicBezTo>
                  <a:cubicBezTo>
                    <a:pt x="253" y="19"/>
                    <a:pt x="255" y="19"/>
                    <a:pt x="257" y="20"/>
                  </a:cubicBezTo>
                  <a:cubicBezTo>
                    <a:pt x="259" y="20"/>
                    <a:pt x="260" y="21"/>
                    <a:pt x="261" y="21"/>
                  </a:cubicBezTo>
                  <a:cubicBezTo>
                    <a:pt x="262" y="22"/>
                    <a:pt x="262" y="22"/>
                    <a:pt x="262" y="23"/>
                  </a:cubicBezTo>
                  <a:cubicBezTo>
                    <a:pt x="262" y="24"/>
                    <a:pt x="261" y="25"/>
                    <a:pt x="261" y="25"/>
                  </a:cubicBezTo>
                  <a:cubicBezTo>
                    <a:pt x="260" y="26"/>
                    <a:pt x="259" y="26"/>
                    <a:pt x="257" y="26"/>
                  </a:cubicBezTo>
                  <a:cubicBezTo>
                    <a:pt x="255" y="26"/>
                    <a:pt x="254" y="26"/>
                    <a:pt x="253" y="25"/>
                  </a:cubicBezTo>
                  <a:cubicBezTo>
                    <a:pt x="252" y="24"/>
                    <a:pt x="252" y="23"/>
                    <a:pt x="252" y="22"/>
                  </a:cubicBezTo>
                  <a:cubicBezTo>
                    <a:pt x="248" y="22"/>
                    <a:pt x="248" y="22"/>
                    <a:pt x="248" y="22"/>
                  </a:cubicBezTo>
                  <a:cubicBezTo>
                    <a:pt x="249" y="25"/>
                    <a:pt x="250" y="26"/>
                    <a:pt x="251" y="27"/>
                  </a:cubicBezTo>
                  <a:cubicBezTo>
                    <a:pt x="252" y="29"/>
                    <a:pt x="254" y="29"/>
                    <a:pt x="257" y="29"/>
                  </a:cubicBezTo>
                  <a:cubicBezTo>
                    <a:pt x="259" y="29"/>
                    <a:pt x="260" y="29"/>
                    <a:pt x="261" y="28"/>
                  </a:cubicBezTo>
                  <a:cubicBezTo>
                    <a:pt x="263" y="28"/>
                    <a:pt x="264" y="27"/>
                    <a:pt x="264" y="26"/>
                  </a:cubicBezTo>
                  <a:cubicBezTo>
                    <a:pt x="265" y="25"/>
                    <a:pt x="265" y="24"/>
                    <a:pt x="265" y="23"/>
                  </a:cubicBezTo>
                  <a:cubicBezTo>
                    <a:pt x="265" y="21"/>
                    <a:pt x="265" y="20"/>
                    <a:pt x="265" y="20"/>
                  </a:cubicBezTo>
                  <a:cubicBezTo>
                    <a:pt x="264" y="19"/>
                    <a:pt x="263" y="18"/>
                    <a:pt x="26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71" tIns="48385" rIns="96771" bIns="48385" numCol="1" anchor="t" anchorCtr="0" compatLnSpc="1"/>
            <a:lstStyle/>
            <a:p>
              <a:pPr eaLnBrk="0" fontAlgn="base" hangingPunct="0"/>
              <a:endParaRPr lang="ko-KR" alt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55"/>
          <p:cNvSpPr/>
          <p:nvPr userDrawn="1"/>
        </p:nvSpPr>
        <p:spPr bwMode="auto">
          <a:xfrm>
            <a:off x="744879" y="3218976"/>
            <a:ext cx="11447121" cy="815975"/>
          </a:xfrm>
          <a:custGeom>
            <a:avLst/>
            <a:gdLst>
              <a:gd name="connsiteX0" fmla="*/ 894666 w 11447121"/>
              <a:gd name="connsiteY0" fmla="*/ 0 h 815975"/>
              <a:gd name="connsiteX1" fmla="*/ 3944254 w 11447121"/>
              <a:gd name="connsiteY1" fmla="*/ 0 h 815975"/>
              <a:gd name="connsiteX2" fmla="*/ 8397534 w 11447121"/>
              <a:gd name="connsiteY2" fmla="*/ 0 h 815975"/>
              <a:gd name="connsiteX3" fmla="*/ 11447121 w 11447121"/>
              <a:gd name="connsiteY3" fmla="*/ 0 h 815975"/>
              <a:gd name="connsiteX4" fmla="*/ 11447121 w 11447121"/>
              <a:gd name="connsiteY4" fmla="*/ 815975 h 815975"/>
              <a:gd name="connsiteX5" fmla="*/ 8736973 w 11447121"/>
              <a:gd name="connsiteY5" fmla="*/ 815975 h 815975"/>
              <a:gd name="connsiteX6" fmla="*/ 8397534 w 11447121"/>
              <a:gd name="connsiteY6" fmla="*/ 815975 h 815975"/>
              <a:gd name="connsiteX7" fmla="*/ 7640486 w 11447121"/>
              <a:gd name="connsiteY7" fmla="*/ 815975 h 815975"/>
              <a:gd name="connsiteX8" fmla="*/ 6952256 w 11447121"/>
              <a:gd name="connsiteY8" fmla="*/ 815975 h 815975"/>
              <a:gd name="connsiteX9" fmla="*/ 6700354 w 11447121"/>
              <a:gd name="connsiteY9" fmla="*/ 815975 h 815975"/>
              <a:gd name="connsiteX10" fmla="*/ 5904548 w 11447121"/>
              <a:gd name="connsiteY10" fmla="*/ 815975 h 815975"/>
              <a:gd name="connsiteX11" fmla="*/ 5687386 w 11447121"/>
              <a:gd name="connsiteY11" fmla="*/ 815975 h 815975"/>
              <a:gd name="connsiteX12" fmla="*/ 5241043 w 11447121"/>
              <a:gd name="connsiteY12" fmla="*/ 815975 h 815975"/>
              <a:gd name="connsiteX13" fmla="*/ 4697811 w 11447121"/>
              <a:gd name="connsiteY13" fmla="*/ 815975 h 815975"/>
              <a:gd name="connsiteX14" fmla="*/ 4590899 w 11447121"/>
              <a:gd name="connsiteY14" fmla="*/ 815975 h 815975"/>
              <a:gd name="connsiteX15" fmla="*/ 4262824 w 11447121"/>
              <a:gd name="connsiteY15" fmla="*/ 815975 h 815975"/>
              <a:gd name="connsiteX16" fmla="*/ 3669478 w 11447121"/>
              <a:gd name="connsiteY16" fmla="*/ 815975 h 815975"/>
              <a:gd name="connsiteX17" fmla="*/ 3650766 w 11447121"/>
              <a:gd name="connsiteY17" fmla="*/ 815975 h 815975"/>
              <a:gd name="connsiteX18" fmla="*/ 3364787 w 11447121"/>
              <a:gd name="connsiteY18" fmla="*/ 815975 h 815975"/>
              <a:gd name="connsiteX19" fmla="*/ 3252532 w 11447121"/>
              <a:gd name="connsiteY19" fmla="*/ 815975 h 815975"/>
              <a:gd name="connsiteX20" fmla="*/ 3236496 w 11447121"/>
              <a:gd name="connsiteY20" fmla="*/ 815975 h 815975"/>
              <a:gd name="connsiteX21" fmla="*/ 2854961 w 11447121"/>
              <a:gd name="connsiteY21" fmla="*/ 815975 h 815975"/>
              <a:gd name="connsiteX22" fmla="*/ 186909 w 11447121"/>
              <a:gd name="connsiteY22" fmla="*/ 815975 h 815975"/>
              <a:gd name="connsiteX23" fmla="*/ 9176 w 11447121"/>
              <a:gd name="connsiteY23" fmla="*/ 682625 h 815975"/>
              <a:gd name="connsiteX24" fmla="*/ 6002 w 11447121"/>
              <a:gd name="connsiteY24" fmla="*/ 673100 h 815975"/>
              <a:gd name="connsiteX25" fmla="*/ 94868 w 11447121"/>
              <a:gd name="connsiteY25" fmla="*/ 463550 h 815975"/>
              <a:gd name="connsiteX26" fmla="*/ 894666 w 11447121"/>
              <a:gd name="connsiteY26" fmla="*/ 0 h 815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47121" h="815975">
                <a:moveTo>
                  <a:pt x="894666" y="0"/>
                </a:moveTo>
                <a:lnTo>
                  <a:pt x="3944254" y="0"/>
                </a:lnTo>
                <a:lnTo>
                  <a:pt x="8397534" y="0"/>
                </a:lnTo>
                <a:lnTo>
                  <a:pt x="11447121" y="0"/>
                </a:lnTo>
                <a:cubicBezTo>
                  <a:pt x="11447121" y="815975"/>
                  <a:pt x="11447121" y="815975"/>
                  <a:pt x="11447121" y="815975"/>
                </a:cubicBezTo>
                <a:cubicBezTo>
                  <a:pt x="10420793" y="815975"/>
                  <a:pt x="9522756" y="815975"/>
                  <a:pt x="8736973" y="815975"/>
                </a:cubicBezTo>
                <a:lnTo>
                  <a:pt x="8397534" y="815975"/>
                </a:lnTo>
                <a:lnTo>
                  <a:pt x="7640486" y="815975"/>
                </a:lnTo>
                <a:lnTo>
                  <a:pt x="6952256" y="815975"/>
                </a:lnTo>
                <a:lnTo>
                  <a:pt x="6700354" y="815975"/>
                </a:lnTo>
                <a:lnTo>
                  <a:pt x="5904548" y="815975"/>
                </a:lnTo>
                <a:lnTo>
                  <a:pt x="5687386" y="815975"/>
                </a:lnTo>
                <a:lnTo>
                  <a:pt x="5241043" y="815975"/>
                </a:lnTo>
                <a:lnTo>
                  <a:pt x="4697811" y="815975"/>
                </a:lnTo>
                <a:lnTo>
                  <a:pt x="4590899" y="815975"/>
                </a:lnTo>
                <a:lnTo>
                  <a:pt x="4262824" y="815975"/>
                </a:lnTo>
                <a:lnTo>
                  <a:pt x="3669478" y="815975"/>
                </a:lnTo>
                <a:lnTo>
                  <a:pt x="3650766" y="815975"/>
                </a:lnTo>
                <a:lnTo>
                  <a:pt x="3364787" y="815975"/>
                </a:lnTo>
                <a:lnTo>
                  <a:pt x="3252532" y="815975"/>
                </a:lnTo>
                <a:lnTo>
                  <a:pt x="3236496" y="815975"/>
                </a:lnTo>
                <a:lnTo>
                  <a:pt x="2854961" y="815975"/>
                </a:lnTo>
                <a:cubicBezTo>
                  <a:pt x="186909" y="815975"/>
                  <a:pt x="186909" y="815975"/>
                  <a:pt x="186909" y="815975"/>
                </a:cubicBezTo>
                <a:cubicBezTo>
                  <a:pt x="94868" y="815975"/>
                  <a:pt x="31392" y="755650"/>
                  <a:pt x="9176" y="682625"/>
                </a:cubicBezTo>
                <a:cubicBezTo>
                  <a:pt x="6002" y="673100"/>
                  <a:pt x="6002" y="673100"/>
                  <a:pt x="6002" y="673100"/>
                </a:cubicBezTo>
                <a:cubicBezTo>
                  <a:pt x="-13041" y="596900"/>
                  <a:pt x="12350" y="511175"/>
                  <a:pt x="94868" y="463550"/>
                </a:cubicBezTo>
                <a:cubicBezTo>
                  <a:pt x="894666" y="0"/>
                  <a:pt x="894666" y="0"/>
                  <a:pt x="894666" y="0"/>
                </a:cubicBezTo>
                <a:close/>
              </a:path>
            </a:pathLst>
          </a:custGeom>
          <a:gradFill>
            <a:gsLst>
              <a:gs pos="0">
                <a:srgbClr val="425C90"/>
              </a:gs>
              <a:gs pos="80000">
                <a:schemeClr val="bg1"/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>
            <a:noAutofit/>
          </a:bodyPr>
          <a:lstStyle/>
          <a:p>
            <a:pPr lvl="0" eaLnBrk="0" fontAlgn="base" hangingPunct="0"/>
            <a:endParaRPr lang="en-US" sz="1905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Freeform 7"/>
          <p:cNvSpPr/>
          <p:nvPr userDrawn="1"/>
        </p:nvSpPr>
        <p:spPr bwMode="auto">
          <a:xfrm>
            <a:off x="731837" y="3218976"/>
            <a:ext cx="908051" cy="815975"/>
          </a:xfrm>
          <a:custGeom>
            <a:avLst/>
            <a:gdLst>
              <a:gd name="T0" fmla="*/ 286 w 286"/>
              <a:gd name="T1" fmla="*/ 0 h 257"/>
              <a:gd name="T2" fmla="*/ 286 w 286"/>
              <a:gd name="T3" fmla="*/ 257 h 257"/>
              <a:gd name="T4" fmla="*/ 63 w 286"/>
              <a:gd name="T5" fmla="*/ 257 h 257"/>
              <a:gd name="T6" fmla="*/ 7 w 286"/>
              <a:gd name="T7" fmla="*/ 215 h 257"/>
              <a:gd name="T8" fmla="*/ 6 w 286"/>
              <a:gd name="T9" fmla="*/ 212 h 257"/>
              <a:gd name="T10" fmla="*/ 34 w 286"/>
              <a:gd name="T11" fmla="*/ 146 h 257"/>
              <a:gd name="T12" fmla="*/ 286 w 286"/>
              <a:gd name="T13" fmla="*/ 0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6" h="257">
                <a:moveTo>
                  <a:pt x="286" y="0"/>
                </a:moveTo>
                <a:cubicBezTo>
                  <a:pt x="286" y="257"/>
                  <a:pt x="286" y="257"/>
                  <a:pt x="286" y="257"/>
                </a:cubicBezTo>
                <a:cubicBezTo>
                  <a:pt x="63" y="257"/>
                  <a:pt x="63" y="257"/>
                  <a:pt x="63" y="257"/>
                </a:cubicBezTo>
                <a:cubicBezTo>
                  <a:pt x="34" y="257"/>
                  <a:pt x="14" y="238"/>
                  <a:pt x="7" y="215"/>
                </a:cubicBezTo>
                <a:cubicBezTo>
                  <a:pt x="6" y="212"/>
                  <a:pt x="6" y="212"/>
                  <a:pt x="6" y="212"/>
                </a:cubicBezTo>
                <a:cubicBezTo>
                  <a:pt x="0" y="188"/>
                  <a:pt x="8" y="161"/>
                  <a:pt x="34" y="146"/>
                </a:cubicBezTo>
                <a:lnTo>
                  <a:pt x="286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Freeform 8"/>
          <p:cNvSpPr/>
          <p:nvPr userDrawn="1"/>
        </p:nvSpPr>
        <p:spPr bwMode="auto">
          <a:xfrm>
            <a:off x="731839" y="3218975"/>
            <a:ext cx="2525713" cy="673100"/>
          </a:xfrm>
          <a:custGeom>
            <a:avLst/>
            <a:gdLst>
              <a:gd name="T0" fmla="*/ 796 w 796"/>
              <a:gd name="T1" fmla="*/ 0 h 212"/>
              <a:gd name="T2" fmla="*/ 6 w 796"/>
              <a:gd name="T3" fmla="*/ 212 h 212"/>
              <a:gd name="T4" fmla="*/ 34 w 796"/>
              <a:gd name="T5" fmla="*/ 146 h 212"/>
              <a:gd name="T6" fmla="*/ 286 w 796"/>
              <a:gd name="T7" fmla="*/ 0 h 212"/>
              <a:gd name="T8" fmla="*/ 796 w 796"/>
              <a:gd name="T9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6" h="212">
                <a:moveTo>
                  <a:pt x="796" y="0"/>
                </a:moveTo>
                <a:cubicBezTo>
                  <a:pt x="6" y="212"/>
                  <a:pt x="6" y="212"/>
                  <a:pt x="6" y="212"/>
                </a:cubicBezTo>
                <a:cubicBezTo>
                  <a:pt x="0" y="188"/>
                  <a:pt x="8" y="161"/>
                  <a:pt x="34" y="146"/>
                </a:cubicBezTo>
                <a:cubicBezTo>
                  <a:pt x="286" y="0"/>
                  <a:pt x="286" y="0"/>
                  <a:pt x="286" y="0"/>
                </a:cubicBezTo>
                <a:lnTo>
                  <a:pt x="796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Freeform 9"/>
          <p:cNvSpPr/>
          <p:nvPr userDrawn="1"/>
        </p:nvSpPr>
        <p:spPr bwMode="auto">
          <a:xfrm>
            <a:off x="547688" y="2425225"/>
            <a:ext cx="1966913" cy="1466850"/>
          </a:xfrm>
          <a:custGeom>
            <a:avLst/>
            <a:gdLst>
              <a:gd name="T0" fmla="*/ 586 w 620"/>
              <a:gd name="T1" fmla="*/ 111 h 462"/>
              <a:gd name="T2" fmla="*/ 564 w 620"/>
              <a:gd name="T3" fmla="*/ 123 h 462"/>
              <a:gd name="T4" fmla="*/ 92 w 620"/>
              <a:gd name="T5" fmla="*/ 396 h 462"/>
              <a:gd name="T6" fmla="*/ 92 w 620"/>
              <a:gd name="T7" fmla="*/ 396 h 462"/>
              <a:gd name="T8" fmla="*/ 64 w 620"/>
              <a:gd name="T9" fmla="*/ 462 h 462"/>
              <a:gd name="T10" fmla="*/ 52 w 620"/>
              <a:gd name="T11" fmla="*/ 419 h 462"/>
              <a:gd name="T12" fmla="*/ 4 w 620"/>
              <a:gd name="T13" fmla="*/ 238 h 462"/>
              <a:gd name="T14" fmla="*/ 0 w 620"/>
              <a:gd name="T15" fmla="*/ 213 h 462"/>
              <a:gd name="T16" fmla="*/ 51 w 620"/>
              <a:gd name="T17" fmla="*/ 123 h 462"/>
              <a:gd name="T18" fmla="*/ 265 w 620"/>
              <a:gd name="T19" fmla="*/ 0 h 462"/>
              <a:gd name="T20" fmla="*/ 556 w 620"/>
              <a:gd name="T21" fmla="*/ 0 h 462"/>
              <a:gd name="T22" fmla="*/ 613 w 620"/>
              <a:gd name="T23" fmla="*/ 43 h 462"/>
              <a:gd name="T24" fmla="*/ 614 w 620"/>
              <a:gd name="T25" fmla="*/ 46 h 462"/>
              <a:gd name="T26" fmla="*/ 586 w 620"/>
              <a:gd name="T27" fmla="*/ 111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20" h="462">
                <a:moveTo>
                  <a:pt x="586" y="111"/>
                </a:moveTo>
                <a:cubicBezTo>
                  <a:pt x="564" y="123"/>
                  <a:pt x="564" y="123"/>
                  <a:pt x="564" y="123"/>
                </a:cubicBezTo>
                <a:cubicBezTo>
                  <a:pt x="92" y="396"/>
                  <a:pt x="92" y="396"/>
                  <a:pt x="92" y="396"/>
                </a:cubicBezTo>
                <a:cubicBezTo>
                  <a:pt x="92" y="396"/>
                  <a:pt x="92" y="396"/>
                  <a:pt x="92" y="396"/>
                </a:cubicBezTo>
                <a:cubicBezTo>
                  <a:pt x="66" y="411"/>
                  <a:pt x="58" y="438"/>
                  <a:pt x="64" y="462"/>
                </a:cubicBezTo>
                <a:cubicBezTo>
                  <a:pt x="52" y="419"/>
                  <a:pt x="52" y="419"/>
                  <a:pt x="52" y="419"/>
                </a:cubicBezTo>
                <a:cubicBezTo>
                  <a:pt x="4" y="238"/>
                  <a:pt x="4" y="238"/>
                  <a:pt x="4" y="238"/>
                </a:cubicBezTo>
                <a:cubicBezTo>
                  <a:pt x="2" y="230"/>
                  <a:pt x="1" y="221"/>
                  <a:pt x="0" y="213"/>
                </a:cubicBezTo>
                <a:cubicBezTo>
                  <a:pt x="0" y="177"/>
                  <a:pt x="19" y="142"/>
                  <a:pt x="51" y="123"/>
                </a:cubicBezTo>
                <a:cubicBezTo>
                  <a:pt x="265" y="0"/>
                  <a:pt x="265" y="0"/>
                  <a:pt x="265" y="0"/>
                </a:cubicBezTo>
                <a:cubicBezTo>
                  <a:pt x="556" y="0"/>
                  <a:pt x="556" y="0"/>
                  <a:pt x="556" y="0"/>
                </a:cubicBezTo>
                <a:cubicBezTo>
                  <a:pt x="586" y="0"/>
                  <a:pt x="607" y="20"/>
                  <a:pt x="613" y="43"/>
                </a:cubicBezTo>
                <a:cubicBezTo>
                  <a:pt x="614" y="46"/>
                  <a:pt x="614" y="46"/>
                  <a:pt x="614" y="46"/>
                </a:cubicBezTo>
                <a:cubicBezTo>
                  <a:pt x="620" y="69"/>
                  <a:pt x="612" y="96"/>
                  <a:pt x="586" y="1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Freeform 10"/>
          <p:cNvSpPr/>
          <p:nvPr userDrawn="1"/>
        </p:nvSpPr>
        <p:spPr bwMode="auto">
          <a:xfrm>
            <a:off x="1588" y="1609250"/>
            <a:ext cx="2490788" cy="952500"/>
          </a:xfrm>
          <a:custGeom>
            <a:avLst/>
            <a:gdLst>
              <a:gd name="T0" fmla="*/ 785 w 785"/>
              <a:gd name="T1" fmla="*/ 300 h 300"/>
              <a:gd name="T2" fmla="*/ 728 w 785"/>
              <a:gd name="T3" fmla="*/ 257 h 300"/>
              <a:gd name="T4" fmla="*/ 0 w 785"/>
              <a:gd name="T5" fmla="*/ 257 h 300"/>
              <a:gd name="T6" fmla="*/ 0 w 785"/>
              <a:gd name="T7" fmla="*/ 0 h 300"/>
              <a:gd name="T8" fmla="*/ 627 w 785"/>
              <a:gd name="T9" fmla="*/ 0 h 300"/>
              <a:gd name="T10" fmla="*/ 725 w 785"/>
              <a:gd name="T11" fmla="*/ 76 h 300"/>
              <a:gd name="T12" fmla="*/ 774 w 785"/>
              <a:gd name="T13" fmla="*/ 257 h 300"/>
              <a:gd name="T14" fmla="*/ 785 w 785"/>
              <a:gd name="T15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5" h="300">
                <a:moveTo>
                  <a:pt x="785" y="300"/>
                </a:moveTo>
                <a:cubicBezTo>
                  <a:pt x="779" y="277"/>
                  <a:pt x="758" y="257"/>
                  <a:pt x="728" y="257"/>
                </a:cubicBezTo>
                <a:cubicBezTo>
                  <a:pt x="0" y="257"/>
                  <a:pt x="0" y="257"/>
                  <a:pt x="0" y="257"/>
                </a:cubicBezTo>
                <a:cubicBezTo>
                  <a:pt x="0" y="0"/>
                  <a:pt x="0" y="0"/>
                  <a:pt x="0" y="0"/>
                </a:cubicBezTo>
                <a:cubicBezTo>
                  <a:pt x="627" y="0"/>
                  <a:pt x="627" y="0"/>
                  <a:pt x="627" y="0"/>
                </a:cubicBezTo>
                <a:cubicBezTo>
                  <a:pt x="673" y="0"/>
                  <a:pt x="713" y="31"/>
                  <a:pt x="725" y="76"/>
                </a:cubicBezTo>
                <a:cubicBezTo>
                  <a:pt x="774" y="257"/>
                  <a:pt x="774" y="257"/>
                  <a:pt x="774" y="257"/>
                </a:cubicBezTo>
                <a:lnTo>
                  <a:pt x="785" y="3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Freeform 11"/>
          <p:cNvSpPr/>
          <p:nvPr userDrawn="1"/>
        </p:nvSpPr>
        <p:spPr bwMode="auto">
          <a:xfrm>
            <a:off x="1608139" y="2425225"/>
            <a:ext cx="906463" cy="812800"/>
          </a:xfrm>
          <a:custGeom>
            <a:avLst/>
            <a:gdLst>
              <a:gd name="T0" fmla="*/ 0 w 286"/>
              <a:gd name="T1" fmla="*/ 256 h 256"/>
              <a:gd name="T2" fmla="*/ 0 w 286"/>
              <a:gd name="T3" fmla="*/ 0 h 256"/>
              <a:gd name="T4" fmla="*/ 222 w 286"/>
              <a:gd name="T5" fmla="*/ 0 h 256"/>
              <a:gd name="T6" fmla="*/ 279 w 286"/>
              <a:gd name="T7" fmla="*/ 42 h 256"/>
              <a:gd name="T8" fmla="*/ 280 w 286"/>
              <a:gd name="T9" fmla="*/ 45 h 256"/>
              <a:gd name="T10" fmla="*/ 252 w 286"/>
              <a:gd name="T11" fmla="*/ 111 h 256"/>
              <a:gd name="T12" fmla="*/ 0 w 286"/>
              <a:gd name="T1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6" h="256">
                <a:moveTo>
                  <a:pt x="0" y="256"/>
                </a:moveTo>
                <a:cubicBezTo>
                  <a:pt x="0" y="0"/>
                  <a:pt x="0" y="0"/>
                  <a:pt x="0" y="0"/>
                </a:cubicBezTo>
                <a:cubicBezTo>
                  <a:pt x="222" y="0"/>
                  <a:pt x="222" y="0"/>
                  <a:pt x="222" y="0"/>
                </a:cubicBezTo>
                <a:cubicBezTo>
                  <a:pt x="252" y="0"/>
                  <a:pt x="272" y="19"/>
                  <a:pt x="279" y="42"/>
                </a:cubicBezTo>
                <a:cubicBezTo>
                  <a:pt x="280" y="45"/>
                  <a:pt x="280" y="45"/>
                  <a:pt x="280" y="45"/>
                </a:cubicBezTo>
                <a:cubicBezTo>
                  <a:pt x="286" y="68"/>
                  <a:pt x="278" y="96"/>
                  <a:pt x="252" y="111"/>
                </a:cubicBezTo>
                <a:lnTo>
                  <a:pt x="0" y="256"/>
                </a:lnTo>
                <a:close/>
              </a:path>
            </a:pathLst>
          </a:custGeom>
          <a:gradFill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Freeform 12"/>
          <p:cNvSpPr/>
          <p:nvPr userDrawn="1"/>
        </p:nvSpPr>
        <p:spPr bwMode="auto">
          <a:xfrm>
            <a:off x="547688" y="2425226"/>
            <a:ext cx="1947863" cy="663575"/>
          </a:xfrm>
          <a:custGeom>
            <a:avLst/>
            <a:gdLst>
              <a:gd name="T0" fmla="*/ 614 w 614"/>
              <a:gd name="T1" fmla="*/ 45 h 209"/>
              <a:gd name="T2" fmla="*/ 0 w 614"/>
              <a:gd name="T3" fmla="*/ 209 h 209"/>
              <a:gd name="T4" fmla="*/ 51 w 614"/>
              <a:gd name="T5" fmla="*/ 123 h 209"/>
              <a:gd name="T6" fmla="*/ 265 w 614"/>
              <a:gd name="T7" fmla="*/ 0 h 209"/>
              <a:gd name="T8" fmla="*/ 556 w 614"/>
              <a:gd name="T9" fmla="*/ 0 h 209"/>
              <a:gd name="T10" fmla="*/ 613 w 614"/>
              <a:gd name="T11" fmla="*/ 43 h 209"/>
              <a:gd name="T12" fmla="*/ 614 w 614"/>
              <a:gd name="T13" fmla="*/ 45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4" h="209">
                <a:moveTo>
                  <a:pt x="614" y="45"/>
                </a:moveTo>
                <a:cubicBezTo>
                  <a:pt x="0" y="209"/>
                  <a:pt x="0" y="209"/>
                  <a:pt x="0" y="209"/>
                </a:cubicBezTo>
                <a:cubicBezTo>
                  <a:pt x="1" y="174"/>
                  <a:pt x="20" y="141"/>
                  <a:pt x="51" y="123"/>
                </a:cubicBezTo>
                <a:cubicBezTo>
                  <a:pt x="265" y="0"/>
                  <a:pt x="265" y="0"/>
                  <a:pt x="265" y="0"/>
                </a:cubicBezTo>
                <a:cubicBezTo>
                  <a:pt x="556" y="0"/>
                  <a:pt x="556" y="0"/>
                  <a:pt x="556" y="0"/>
                </a:cubicBezTo>
                <a:cubicBezTo>
                  <a:pt x="586" y="0"/>
                  <a:pt x="607" y="20"/>
                  <a:pt x="613" y="43"/>
                </a:cubicBezTo>
                <a:lnTo>
                  <a:pt x="614" y="45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1846498" y="3626963"/>
            <a:ext cx="9521893" cy="0"/>
          </a:xfrm>
          <a:prstGeom prst="line">
            <a:avLst/>
          </a:prstGeom>
          <a:ln w="12700">
            <a:gradFill>
              <a:gsLst>
                <a:gs pos="0">
                  <a:schemeClr val="tx2">
                    <a:alpha val="0"/>
                  </a:schemeClr>
                </a:gs>
                <a:gs pos="100000">
                  <a:schemeClr val="tx2">
                    <a:alpha val="30000"/>
                  </a:schemeClr>
                </a:gs>
              </a:gsLst>
              <a:lin ang="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 userDrawn="1"/>
        </p:nvSpPr>
        <p:spPr>
          <a:xfrm rot="5400000">
            <a:off x="11375691" y="3581444"/>
            <a:ext cx="137926" cy="91040"/>
          </a:xfrm>
          <a:prstGeom prst="triangle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en-US" sz="1905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2808051" y="1124384"/>
            <a:ext cx="8688625" cy="177207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500" i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808051" y="4313978"/>
            <a:ext cx="8688625" cy="13475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405"/>
              </a:lnSpc>
              <a:spcBef>
                <a:spcPts val="0"/>
              </a:spcBef>
              <a:buNone/>
              <a:defRPr lang="en-US" sz="1050" i="1" kern="1200" spc="0" baseline="0" dirty="0">
                <a:solidFill>
                  <a:schemeClr val="bg1">
                    <a:alpha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0" algn="ctr">
              <a:buNone/>
              <a:defRPr sz="1750"/>
            </a:lvl2pPr>
            <a:lvl3pPr marL="800100" indent="0" algn="ctr">
              <a:buNone/>
              <a:defRPr sz="1575"/>
            </a:lvl3pPr>
            <a:lvl4pPr marL="1200150" indent="0" algn="ctr">
              <a:buNone/>
              <a:defRPr sz="1400"/>
            </a:lvl4pPr>
            <a:lvl5pPr marL="1600200" indent="0" algn="ctr">
              <a:buNone/>
              <a:defRPr sz="1400"/>
            </a:lvl5pPr>
            <a:lvl6pPr marL="2000250" indent="0" algn="ctr">
              <a:buNone/>
              <a:defRPr sz="1400"/>
            </a:lvl6pPr>
            <a:lvl7pPr marL="2400300" indent="0" algn="ctr">
              <a:buNone/>
              <a:defRPr sz="1400"/>
            </a:lvl7pPr>
            <a:lvl8pPr marL="2800350" indent="0" algn="ctr">
              <a:buNone/>
              <a:defRPr sz="1400"/>
            </a:lvl8pPr>
            <a:lvl9pPr marL="3200400" indent="0" algn="ctr">
              <a:buNone/>
              <a:defRPr sz="14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1200001" y="5981483"/>
            <a:ext cx="3736624" cy="491068"/>
          </a:xfrm>
          <a:prstGeom prst="rect">
            <a:avLst/>
          </a:prstGeom>
        </p:spPr>
        <p:txBody>
          <a:bodyPr/>
          <a:lstStyle>
            <a:lvl1pPr algn="l">
              <a:defRPr lang="en-US" sz="790" b="0" kern="1200" spc="0" baseline="0" dirty="0" smtClean="0">
                <a:solidFill>
                  <a:schemeClr val="bg1">
                    <a:alpha val="3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Converting your business from Good to Great.</a:t>
            </a:r>
            <a:endParaRPr lang="en-US" dirty="0"/>
          </a:p>
        </p:txBody>
      </p:sp>
      <p:grpSp>
        <p:nvGrpSpPr>
          <p:cNvPr id="31" name="그룹 25"/>
          <p:cNvGrpSpPr/>
          <p:nvPr userDrawn="1"/>
        </p:nvGrpSpPr>
        <p:grpSpPr>
          <a:xfrm>
            <a:off x="9405938" y="5924510"/>
            <a:ext cx="1585913" cy="605019"/>
            <a:chOff x="7099300" y="5270500"/>
            <a:chExt cx="1462086" cy="557781"/>
          </a:xfrm>
          <a:solidFill>
            <a:schemeClr val="bg1"/>
          </a:solidFill>
        </p:grpSpPr>
        <p:sp>
          <p:nvSpPr>
            <p:cNvPr id="32" name="Freeform 5"/>
            <p:cNvSpPr>
              <a:spLocks noEditPoints="1"/>
            </p:cNvSpPr>
            <p:nvPr userDrawn="1"/>
          </p:nvSpPr>
          <p:spPr bwMode="auto">
            <a:xfrm>
              <a:off x="7099300" y="5270500"/>
              <a:ext cx="1457325" cy="328613"/>
            </a:xfrm>
            <a:custGeom>
              <a:avLst/>
              <a:gdLst>
                <a:gd name="T0" fmla="*/ 49 w 386"/>
                <a:gd name="T1" fmla="*/ 21 h 86"/>
                <a:gd name="T2" fmla="*/ 69 w 386"/>
                <a:gd name="T3" fmla="*/ 86 h 86"/>
                <a:gd name="T4" fmla="*/ 89 w 386"/>
                <a:gd name="T5" fmla="*/ 21 h 86"/>
                <a:gd name="T6" fmla="*/ 76 w 386"/>
                <a:gd name="T7" fmla="*/ 66 h 86"/>
                <a:gd name="T8" fmla="*/ 64 w 386"/>
                <a:gd name="T9" fmla="*/ 72 h 86"/>
                <a:gd name="T10" fmla="*/ 64 w 386"/>
                <a:gd name="T11" fmla="*/ 14 h 86"/>
                <a:gd name="T12" fmla="*/ 76 w 386"/>
                <a:gd name="T13" fmla="*/ 20 h 86"/>
                <a:gd name="T14" fmla="*/ 122 w 386"/>
                <a:gd name="T15" fmla="*/ 72 h 86"/>
                <a:gd name="T16" fmla="*/ 110 w 386"/>
                <a:gd name="T17" fmla="*/ 66 h 86"/>
                <a:gd name="T18" fmla="*/ 97 w 386"/>
                <a:gd name="T19" fmla="*/ 65 h 86"/>
                <a:gd name="T20" fmla="*/ 131 w 386"/>
                <a:gd name="T21" fmla="*/ 81 h 86"/>
                <a:gd name="T22" fmla="*/ 124 w 386"/>
                <a:gd name="T23" fmla="*/ 1 h 86"/>
                <a:gd name="T24" fmla="*/ 14 w 386"/>
                <a:gd name="T25" fmla="*/ 1 h 86"/>
                <a:gd name="T26" fmla="*/ 17 w 386"/>
                <a:gd name="T27" fmla="*/ 85 h 86"/>
                <a:gd name="T28" fmla="*/ 47 w 386"/>
                <a:gd name="T29" fmla="*/ 1 h 86"/>
                <a:gd name="T30" fmla="*/ 272 w 386"/>
                <a:gd name="T31" fmla="*/ 0 h 86"/>
                <a:gd name="T32" fmla="*/ 252 w 386"/>
                <a:gd name="T33" fmla="*/ 65 h 86"/>
                <a:gd name="T34" fmla="*/ 287 w 386"/>
                <a:gd name="T35" fmla="*/ 80 h 86"/>
                <a:gd name="T36" fmla="*/ 287 w 386"/>
                <a:gd name="T37" fmla="*/ 5 h 86"/>
                <a:gd name="T38" fmla="*/ 277 w 386"/>
                <a:gd name="T39" fmla="*/ 72 h 86"/>
                <a:gd name="T40" fmla="*/ 265 w 386"/>
                <a:gd name="T41" fmla="*/ 66 h 86"/>
                <a:gd name="T42" fmla="*/ 272 w 386"/>
                <a:gd name="T43" fmla="*/ 12 h 86"/>
                <a:gd name="T44" fmla="*/ 279 w 386"/>
                <a:gd name="T45" fmla="*/ 66 h 86"/>
                <a:gd name="T46" fmla="*/ 299 w 386"/>
                <a:gd name="T47" fmla="*/ 21 h 86"/>
                <a:gd name="T48" fmla="*/ 319 w 386"/>
                <a:gd name="T49" fmla="*/ 86 h 86"/>
                <a:gd name="T50" fmla="*/ 339 w 386"/>
                <a:gd name="T51" fmla="*/ 38 h 86"/>
                <a:gd name="T52" fmla="*/ 326 w 386"/>
                <a:gd name="T53" fmla="*/ 50 h 86"/>
                <a:gd name="T54" fmla="*/ 319 w 386"/>
                <a:gd name="T55" fmla="*/ 74 h 86"/>
                <a:gd name="T56" fmla="*/ 313 w 386"/>
                <a:gd name="T57" fmla="*/ 20 h 86"/>
                <a:gd name="T58" fmla="*/ 324 w 386"/>
                <a:gd name="T59" fmla="*/ 14 h 86"/>
                <a:gd name="T60" fmla="*/ 339 w 386"/>
                <a:gd name="T61" fmla="*/ 29 h 86"/>
                <a:gd name="T62" fmla="*/ 319 w 386"/>
                <a:gd name="T63" fmla="*/ 0 h 86"/>
                <a:gd name="T64" fmla="*/ 351 w 386"/>
                <a:gd name="T65" fmla="*/ 5 h 86"/>
                <a:gd name="T66" fmla="*/ 351 w 386"/>
                <a:gd name="T67" fmla="*/ 80 h 86"/>
                <a:gd name="T68" fmla="*/ 386 w 386"/>
                <a:gd name="T69" fmla="*/ 65 h 86"/>
                <a:gd name="T70" fmla="*/ 373 w 386"/>
                <a:gd name="T71" fmla="*/ 66 h 86"/>
                <a:gd name="T72" fmla="*/ 361 w 386"/>
                <a:gd name="T73" fmla="*/ 72 h 86"/>
                <a:gd name="T74" fmla="*/ 361 w 386"/>
                <a:gd name="T75" fmla="*/ 14 h 86"/>
                <a:gd name="T76" fmla="*/ 373 w 386"/>
                <a:gd name="T77" fmla="*/ 20 h 86"/>
                <a:gd name="T78" fmla="*/ 185 w 386"/>
                <a:gd name="T79" fmla="*/ 62 h 86"/>
                <a:gd name="T80" fmla="*/ 185 w 386"/>
                <a:gd name="T81" fmla="*/ 27 h 86"/>
                <a:gd name="T82" fmla="*/ 165 w 386"/>
                <a:gd name="T83" fmla="*/ 1 h 86"/>
                <a:gd name="T84" fmla="*/ 159 w 386"/>
                <a:gd name="T85" fmla="*/ 85 h 86"/>
                <a:gd name="T86" fmla="*/ 170 w 386"/>
                <a:gd name="T87" fmla="*/ 53 h 86"/>
                <a:gd name="T88" fmla="*/ 172 w 386"/>
                <a:gd name="T89" fmla="*/ 79 h 86"/>
                <a:gd name="T90" fmla="*/ 173 w 386"/>
                <a:gd name="T91" fmla="*/ 85 h 86"/>
                <a:gd name="T92" fmla="*/ 185 w 386"/>
                <a:gd name="T93" fmla="*/ 75 h 86"/>
                <a:gd name="T94" fmla="*/ 164 w 386"/>
                <a:gd name="T95" fmla="*/ 39 h 86"/>
                <a:gd name="T96" fmla="*/ 165 w 386"/>
                <a:gd name="T97" fmla="*/ 13 h 86"/>
                <a:gd name="T98" fmla="*/ 172 w 386"/>
                <a:gd name="T99" fmla="*/ 30 h 86"/>
                <a:gd name="T100" fmla="*/ 212 w 386"/>
                <a:gd name="T101" fmla="*/ 85 h 86"/>
                <a:gd name="T102" fmla="*/ 225 w 386"/>
                <a:gd name="T103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86">
                  <a:moveTo>
                    <a:pt x="69" y="0"/>
                  </a:moveTo>
                  <a:cubicBezTo>
                    <a:pt x="63" y="0"/>
                    <a:pt x="58" y="2"/>
                    <a:pt x="54" y="5"/>
                  </a:cubicBezTo>
                  <a:cubicBezTo>
                    <a:pt x="51" y="9"/>
                    <a:pt x="49" y="14"/>
                    <a:pt x="49" y="2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49" y="72"/>
                    <a:pt x="51" y="77"/>
                    <a:pt x="54" y="80"/>
                  </a:cubicBezTo>
                  <a:cubicBezTo>
                    <a:pt x="58" y="84"/>
                    <a:pt x="63" y="86"/>
                    <a:pt x="69" y="86"/>
                  </a:cubicBezTo>
                  <a:cubicBezTo>
                    <a:pt x="76" y="86"/>
                    <a:pt x="81" y="84"/>
                    <a:pt x="84" y="80"/>
                  </a:cubicBezTo>
                  <a:cubicBezTo>
                    <a:pt x="87" y="77"/>
                    <a:pt x="89" y="72"/>
                    <a:pt x="89" y="65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9" y="14"/>
                    <a:pt x="87" y="9"/>
                    <a:pt x="84" y="5"/>
                  </a:cubicBezTo>
                  <a:cubicBezTo>
                    <a:pt x="81" y="2"/>
                    <a:pt x="76" y="0"/>
                    <a:pt x="69" y="0"/>
                  </a:cubicBezTo>
                  <a:close/>
                  <a:moveTo>
                    <a:pt x="76" y="66"/>
                  </a:moveTo>
                  <a:cubicBezTo>
                    <a:pt x="76" y="69"/>
                    <a:pt x="75" y="71"/>
                    <a:pt x="74" y="72"/>
                  </a:cubicBezTo>
                  <a:cubicBezTo>
                    <a:pt x="73" y="73"/>
                    <a:pt x="71" y="74"/>
                    <a:pt x="69" y="74"/>
                  </a:cubicBezTo>
                  <a:cubicBezTo>
                    <a:pt x="67" y="74"/>
                    <a:pt x="65" y="73"/>
                    <a:pt x="64" y="72"/>
                  </a:cubicBezTo>
                  <a:cubicBezTo>
                    <a:pt x="63" y="71"/>
                    <a:pt x="62" y="69"/>
                    <a:pt x="62" y="66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2" y="17"/>
                    <a:pt x="63" y="15"/>
                    <a:pt x="64" y="14"/>
                  </a:cubicBezTo>
                  <a:cubicBezTo>
                    <a:pt x="65" y="13"/>
                    <a:pt x="67" y="12"/>
                    <a:pt x="69" y="12"/>
                  </a:cubicBezTo>
                  <a:cubicBezTo>
                    <a:pt x="71" y="12"/>
                    <a:pt x="73" y="13"/>
                    <a:pt x="74" y="14"/>
                  </a:cubicBezTo>
                  <a:cubicBezTo>
                    <a:pt x="75" y="15"/>
                    <a:pt x="76" y="17"/>
                    <a:pt x="76" y="20"/>
                  </a:cubicBezTo>
                  <a:lnTo>
                    <a:pt x="76" y="66"/>
                  </a:lnTo>
                  <a:close/>
                  <a:moveTo>
                    <a:pt x="124" y="66"/>
                  </a:moveTo>
                  <a:cubicBezTo>
                    <a:pt x="124" y="69"/>
                    <a:pt x="123" y="71"/>
                    <a:pt x="122" y="72"/>
                  </a:cubicBezTo>
                  <a:cubicBezTo>
                    <a:pt x="121" y="73"/>
                    <a:pt x="119" y="74"/>
                    <a:pt x="117" y="74"/>
                  </a:cubicBezTo>
                  <a:cubicBezTo>
                    <a:pt x="115" y="74"/>
                    <a:pt x="113" y="73"/>
                    <a:pt x="112" y="72"/>
                  </a:cubicBezTo>
                  <a:cubicBezTo>
                    <a:pt x="111" y="71"/>
                    <a:pt x="110" y="69"/>
                    <a:pt x="110" y="66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7" y="72"/>
                    <a:pt x="99" y="77"/>
                    <a:pt x="102" y="81"/>
                  </a:cubicBezTo>
                  <a:cubicBezTo>
                    <a:pt x="105" y="84"/>
                    <a:pt x="110" y="86"/>
                    <a:pt x="117" y="86"/>
                  </a:cubicBezTo>
                  <a:cubicBezTo>
                    <a:pt x="123" y="86"/>
                    <a:pt x="128" y="84"/>
                    <a:pt x="131" y="81"/>
                  </a:cubicBezTo>
                  <a:cubicBezTo>
                    <a:pt x="135" y="77"/>
                    <a:pt x="136" y="72"/>
                    <a:pt x="136" y="65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24" y="1"/>
                    <a:pt x="124" y="1"/>
                    <a:pt x="124" y="1"/>
                  </a:cubicBezTo>
                  <a:lnTo>
                    <a:pt x="124" y="66"/>
                  </a:lnTo>
                  <a:close/>
                  <a:moveTo>
                    <a:pt x="24" y="39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30" y="85"/>
                    <a:pt x="30" y="85"/>
                    <a:pt x="30" y="85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24" y="39"/>
                  </a:lnTo>
                  <a:close/>
                  <a:moveTo>
                    <a:pt x="272" y="0"/>
                  </a:moveTo>
                  <a:cubicBezTo>
                    <a:pt x="265" y="0"/>
                    <a:pt x="260" y="2"/>
                    <a:pt x="257" y="5"/>
                  </a:cubicBezTo>
                  <a:cubicBezTo>
                    <a:pt x="254" y="9"/>
                    <a:pt x="252" y="14"/>
                    <a:pt x="252" y="21"/>
                  </a:cubicBezTo>
                  <a:cubicBezTo>
                    <a:pt x="252" y="65"/>
                    <a:pt x="252" y="65"/>
                    <a:pt x="252" y="65"/>
                  </a:cubicBezTo>
                  <a:cubicBezTo>
                    <a:pt x="252" y="72"/>
                    <a:pt x="254" y="77"/>
                    <a:pt x="257" y="80"/>
                  </a:cubicBezTo>
                  <a:cubicBezTo>
                    <a:pt x="260" y="84"/>
                    <a:pt x="265" y="86"/>
                    <a:pt x="272" y="86"/>
                  </a:cubicBezTo>
                  <a:cubicBezTo>
                    <a:pt x="278" y="86"/>
                    <a:pt x="283" y="84"/>
                    <a:pt x="287" y="80"/>
                  </a:cubicBezTo>
                  <a:cubicBezTo>
                    <a:pt x="290" y="77"/>
                    <a:pt x="292" y="72"/>
                    <a:pt x="292" y="65"/>
                  </a:cubicBezTo>
                  <a:cubicBezTo>
                    <a:pt x="292" y="21"/>
                    <a:pt x="292" y="21"/>
                    <a:pt x="292" y="21"/>
                  </a:cubicBezTo>
                  <a:cubicBezTo>
                    <a:pt x="292" y="14"/>
                    <a:pt x="290" y="9"/>
                    <a:pt x="287" y="5"/>
                  </a:cubicBezTo>
                  <a:cubicBezTo>
                    <a:pt x="283" y="2"/>
                    <a:pt x="278" y="0"/>
                    <a:pt x="272" y="0"/>
                  </a:cubicBezTo>
                  <a:close/>
                  <a:moveTo>
                    <a:pt x="279" y="66"/>
                  </a:moveTo>
                  <a:cubicBezTo>
                    <a:pt x="279" y="69"/>
                    <a:pt x="278" y="71"/>
                    <a:pt x="277" y="72"/>
                  </a:cubicBezTo>
                  <a:cubicBezTo>
                    <a:pt x="276" y="73"/>
                    <a:pt x="274" y="74"/>
                    <a:pt x="272" y="74"/>
                  </a:cubicBezTo>
                  <a:cubicBezTo>
                    <a:pt x="270" y="74"/>
                    <a:pt x="268" y="73"/>
                    <a:pt x="267" y="72"/>
                  </a:cubicBezTo>
                  <a:cubicBezTo>
                    <a:pt x="266" y="71"/>
                    <a:pt x="265" y="69"/>
                    <a:pt x="265" y="66"/>
                  </a:cubicBezTo>
                  <a:cubicBezTo>
                    <a:pt x="265" y="20"/>
                    <a:pt x="265" y="20"/>
                    <a:pt x="265" y="20"/>
                  </a:cubicBezTo>
                  <a:cubicBezTo>
                    <a:pt x="265" y="17"/>
                    <a:pt x="266" y="15"/>
                    <a:pt x="267" y="14"/>
                  </a:cubicBezTo>
                  <a:cubicBezTo>
                    <a:pt x="268" y="13"/>
                    <a:pt x="270" y="12"/>
                    <a:pt x="272" y="12"/>
                  </a:cubicBezTo>
                  <a:cubicBezTo>
                    <a:pt x="274" y="12"/>
                    <a:pt x="276" y="13"/>
                    <a:pt x="277" y="14"/>
                  </a:cubicBezTo>
                  <a:cubicBezTo>
                    <a:pt x="278" y="15"/>
                    <a:pt x="279" y="17"/>
                    <a:pt x="279" y="20"/>
                  </a:cubicBezTo>
                  <a:lnTo>
                    <a:pt x="279" y="66"/>
                  </a:lnTo>
                  <a:close/>
                  <a:moveTo>
                    <a:pt x="319" y="0"/>
                  </a:moveTo>
                  <a:cubicBezTo>
                    <a:pt x="313" y="0"/>
                    <a:pt x="308" y="2"/>
                    <a:pt x="304" y="5"/>
                  </a:cubicBezTo>
                  <a:cubicBezTo>
                    <a:pt x="301" y="9"/>
                    <a:pt x="299" y="14"/>
                    <a:pt x="299" y="21"/>
                  </a:cubicBezTo>
                  <a:cubicBezTo>
                    <a:pt x="299" y="65"/>
                    <a:pt x="299" y="65"/>
                    <a:pt x="299" y="65"/>
                  </a:cubicBezTo>
                  <a:cubicBezTo>
                    <a:pt x="299" y="72"/>
                    <a:pt x="301" y="77"/>
                    <a:pt x="304" y="80"/>
                  </a:cubicBezTo>
                  <a:cubicBezTo>
                    <a:pt x="308" y="84"/>
                    <a:pt x="313" y="86"/>
                    <a:pt x="319" y="86"/>
                  </a:cubicBezTo>
                  <a:cubicBezTo>
                    <a:pt x="325" y="86"/>
                    <a:pt x="330" y="84"/>
                    <a:pt x="334" y="80"/>
                  </a:cubicBezTo>
                  <a:cubicBezTo>
                    <a:pt x="337" y="77"/>
                    <a:pt x="339" y="72"/>
                    <a:pt x="339" y="65"/>
                  </a:cubicBezTo>
                  <a:cubicBezTo>
                    <a:pt x="339" y="38"/>
                    <a:pt x="339" y="38"/>
                    <a:pt x="339" y="38"/>
                  </a:cubicBezTo>
                  <a:cubicBezTo>
                    <a:pt x="320" y="38"/>
                    <a:pt x="320" y="38"/>
                    <a:pt x="320" y="38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6" y="50"/>
                    <a:pt x="326" y="50"/>
                    <a:pt x="326" y="50"/>
                  </a:cubicBezTo>
                  <a:cubicBezTo>
                    <a:pt x="326" y="66"/>
                    <a:pt x="326" y="66"/>
                    <a:pt x="326" y="66"/>
                  </a:cubicBezTo>
                  <a:cubicBezTo>
                    <a:pt x="326" y="69"/>
                    <a:pt x="326" y="71"/>
                    <a:pt x="324" y="72"/>
                  </a:cubicBezTo>
                  <a:cubicBezTo>
                    <a:pt x="323" y="73"/>
                    <a:pt x="321" y="74"/>
                    <a:pt x="319" y="74"/>
                  </a:cubicBezTo>
                  <a:cubicBezTo>
                    <a:pt x="317" y="74"/>
                    <a:pt x="316" y="73"/>
                    <a:pt x="314" y="72"/>
                  </a:cubicBezTo>
                  <a:cubicBezTo>
                    <a:pt x="313" y="71"/>
                    <a:pt x="313" y="69"/>
                    <a:pt x="313" y="66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313" y="17"/>
                    <a:pt x="313" y="15"/>
                    <a:pt x="314" y="14"/>
                  </a:cubicBezTo>
                  <a:cubicBezTo>
                    <a:pt x="316" y="13"/>
                    <a:pt x="317" y="12"/>
                    <a:pt x="319" y="12"/>
                  </a:cubicBezTo>
                  <a:cubicBezTo>
                    <a:pt x="321" y="12"/>
                    <a:pt x="323" y="13"/>
                    <a:pt x="324" y="14"/>
                  </a:cubicBezTo>
                  <a:cubicBezTo>
                    <a:pt x="326" y="15"/>
                    <a:pt x="326" y="17"/>
                    <a:pt x="326" y="20"/>
                  </a:cubicBezTo>
                  <a:cubicBezTo>
                    <a:pt x="326" y="29"/>
                    <a:pt x="326" y="29"/>
                    <a:pt x="326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9" y="21"/>
                    <a:pt x="339" y="21"/>
                    <a:pt x="339" y="21"/>
                  </a:cubicBezTo>
                  <a:cubicBezTo>
                    <a:pt x="339" y="14"/>
                    <a:pt x="337" y="9"/>
                    <a:pt x="334" y="5"/>
                  </a:cubicBezTo>
                  <a:cubicBezTo>
                    <a:pt x="330" y="2"/>
                    <a:pt x="325" y="0"/>
                    <a:pt x="319" y="0"/>
                  </a:cubicBezTo>
                  <a:close/>
                  <a:moveTo>
                    <a:pt x="381" y="5"/>
                  </a:moveTo>
                  <a:cubicBezTo>
                    <a:pt x="378" y="2"/>
                    <a:pt x="373" y="0"/>
                    <a:pt x="366" y="0"/>
                  </a:cubicBezTo>
                  <a:cubicBezTo>
                    <a:pt x="360" y="0"/>
                    <a:pt x="355" y="2"/>
                    <a:pt x="351" y="5"/>
                  </a:cubicBezTo>
                  <a:cubicBezTo>
                    <a:pt x="348" y="9"/>
                    <a:pt x="346" y="14"/>
                    <a:pt x="346" y="21"/>
                  </a:cubicBezTo>
                  <a:cubicBezTo>
                    <a:pt x="346" y="65"/>
                    <a:pt x="346" y="65"/>
                    <a:pt x="346" y="65"/>
                  </a:cubicBezTo>
                  <a:cubicBezTo>
                    <a:pt x="346" y="72"/>
                    <a:pt x="348" y="77"/>
                    <a:pt x="351" y="80"/>
                  </a:cubicBezTo>
                  <a:cubicBezTo>
                    <a:pt x="355" y="84"/>
                    <a:pt x="360" y="86"/>
                    <a:pt x="366" y="86"/>
                  </a:cubicBezTo>
                  <a:cubicBezTo>
                    <a:pt x="373" y="86"/>
                    <a:pt x="378" y="84"/>
                    <a:pt x="381" y="80"/>
                  </a:cubicBezTo>
                  <a:cubicBezTo>
                    <a:pt x="384" y="77"/>
                    <a:pt x="386" y="72"/>
                    <a:pt x="386" y="65"/>
                  </a:cubicBezTo>
                  <a:cubicBezTo>
                    <a:pt x="386" y="21"/>
                    <a:pt x="386" y="21"/>
                    <a:pt x="386" y="21"/>
                  </a:cubicBezTo>
                  <a:cubicBezTo>
                    <a:pt x="386" y="14"/>
                    <a:pt x="384" y="9"/>
                    <a:pt x="381" y="5"/>
                  </a:cubicBezTo>
                  <a:close/>
                  <a:moveTo>
                    <a:pt x="373" y="66"/>
                  </a:moveTo>
                  <a:cubicBezTo>
                    <a:pt x="373" y="69"/>
                    <a:pt x="372" y="71"/>
                    <a:pt x="371" y="72"/>
                  </a:cubicBezTo>
                  <a:cubicBezTo>
                    <a:pt x="370" y="73"/>
                    <a:pt x="368" y="74"/>
                    <a:pt x="366" y="74"/>
                  </a:cubicBezTo>
                  <a:cubicBezTo>
                    <a:pt x="364" y="74"/>
                    <a:pt x="362" y="73"/>
                    <a:pt x="361" y="72"/>
                  </a:cubicBezTo>
                  <a:cubicBezTo>
                    <a:pt x="360" y="71"/>
                    <a:pt x="359" y="69"/>
                    <a:pt x="359" y="66"/>
                  </a:cubicBezTo>
                  <a:cubicBezTo>
                    <a:pt x="359" y="20"/>
                    <a:pt x="359" y="20"/>
                    <a:pt x="359" y="20"/>
                  </a:cubicBezTo>
                  <a:cubicBezTo>
                    <a:pt x="359" y="17"/>
                    <a:pt x="360" y="15"/>
                    <a:pt x="361" y="14"/>
                  </a:cubicBezTo>
                  <a:cubicBezTo>
                    <a:pt x="362" y="13"/>
                    <a:pt x="364" y="12"/>
                    <a:pt x="366" y="12"/>
                  </a:cubicBezTo>
                  <a:cubicBezTo>
                    <a:pt x="368" y="12"/>
                    <a:pt x="370" y="13"/>
                    <a:pt x="371" y="14"/>
                  </a:cubicBezTo>
                  <a:cubicBezTo>
                    <a:pt x="372" y="15"/>
                    <a:pt x="373" y="17"/>
                    <a:pt x="373" y="20"/>
                  </a:cubicBezTo>
                  <a:lnTo>
                    <a:pt x="373" y="66"/>
                  </a:lnTo>
                  <a:close/>
                  <a:moveTo>
                    <a:pt x="185" y="75"/>
                  </a:moveTo>
                  <a:cubicBezTo>
                    <a:pt x="185" y="62"/>
                    <a:pt x="185" y="62"/>
                    <a:pt x="185" y="62"/>
                  </a:cubicBezTo>
                  <a:cubicBezTo>
                    <a:pt x="185" y="57"/>
                    <a:pt x="184" y="54"/>
                    <a:pt x="183" y="51"/>
                  </a:cubicBezTo>
                  <a:cubicBezTo>
                    <a:pt x="182" y="47"/>
                    <a:pt x="180" y="45"/>
                    <a:pt x="176" y="44"/>
                  </a:cubicBezTo>
                  <a:cubicBezTo>
                    <a:pt x="182" y="41"/>
                    <a:pt x="185" y="35"/>
                    <a:pt x="185" y="27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5" y="14"/>
                    <a:pt x="183" y="9"/>
                    <a:pt x="180" y="6"/>
                  </a:cubicBezTo>
                  <a:cubicBezTo>
                    <a:pt x="177" y="3"/>
                    <a:pt x="172" y="1"/>
                    <a:pt x="165" y="1"/>
                  </a:cubicBezTo>
                  <a:cubicBezTo>
                    <a:pt x="145" y="1"/>
                    <a:pt x="145" y="1"/>
                    <a:pt x="145" y="1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59" y="85"/>
                    <a:pt x="159" y="85"/>
                    <a:pt x="159" y="85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6" y="51"/>
                    <a:pt x="168" y="52"/>
                    <a:pt x="170" y="53"/>
                  </a:cubicBezTo>
                  <a:cubicBezTo>
                    <a:pt x="171" y="55"/>
                    <a:pt x="172" y="57"/>
                    <a:pt x="172" y="61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2" y="76"/>
                    <a:pt x="172" y="78"/>
                    <a:pt x="172" y="79"/>
                  </a:cubicBezTo>
                  <a:cubicBezTo>
                    <a:pt x="172" y="80"/>
                    <a:pt x="172" y="81"/>
                    <a:pt x="172" y="82"/>
                  </a:cubicBezTo>
                  <a:cubicBezTo>
                    <a:pt x="172" y="82"/>
                    <a:pt x="172" y="83"/>
                    <a:pt x="173" y="83"/>
                  </a:cubicBezTo>
                  <a:cubicBezTo>
                    <a:pt x="173" y="84"/>
                    <a:pt x="173" y="84"/>
                    <a:pt x="173" y="85"/>
                  </a:cubicBezTo>
                  <a:cubicBezTo>
                    <a:pt x="186" y="85"/>
                    <a:pt x="186" y="85"/>
                    <a:pt x="186" y="85"/>
                  </a:cubicBezTo>
                  <a:cubicBezTo>
                    <a:pt x="186" y="83"/>
                    <a:pt x="185" y="82"/>
                    <a:pt x="185" y="80"/>
                  </a:cubicBezTo>
                  <a:cubicBezTo>
                    <a:pt x="185" y="79"/>
                    <a:pt x="185" y="77"/>
                    <a:pt x="185" y="75"/>
                  </a:cubicBezTo>
                  <a:close/>
                  <a:moveTo>
                    <a:pt x="172" y="30"/>
                  </a:moveTo>
                  <a:cubicBezTo>
                    <a:pt x="172" y="33"/>
                    <a:pt x="171" y="36"/>
                    <a:pt x="170" y="37"/>
                  </a:cubicBezTo>
                  <a:cubicBezTo>
                    <a:pt x="168" y="38"/>
                    <a:pt x="166" y="39"/>
                    <a:pt x="164" y="39"/>
                  </a:cubicBezTo>
                  <a:cubicBezTo>
                    <a:pt x="159" y="39"/>
                    <a:pt x="159" y="39"/>
                    <a:pt x="159" y="39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65" y="13"/>
                    <a:pt x="165" y="13"/>
                    <a:pt x="165" y="13"/>
                  </a:cubicBezTo>
                  <a:cubicBezTo>
                    <a:pt x="167" y="13"/>
                    <a:pt x="169" y="14"/>
                    <a:pt x="170" y="15"/>
                  </a:cubicBezTo>
                  <a:cubicBezTo>
                    <a:pt x="171" y="16"/>
                    <a:pt x="172" y="19"/>
                    <a:pt x="172" y="22"/>
                  </a:cubicBezTo>
                  <a:lnTo>
                    <a:pt x="172" y="30"/>
                  </a:lnTo>
                  <a:close/>
                  <a:moveTo>
                    <a:pt x="225" y="1"/>
                  </a:moveTo>
                  <a:cubicBezTo>
                    <a:pt x="212" y="1"/>
                    <a:pt x="212" y="1"/>
                    <a:pt x="212" y="1"/>
                  </a:cubicBezTo>
                  <a:cubicBezTo>
                    <a:pt x="212" y="85"/>
                    <a:pt x="212" y="85"/>
                    <a:pt x="212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7" y="73"/>
                    <a:pt x="247" y="73"/>
                    <a:pt x="247" y="73"/>
                  </a:cubicBezTo>
                  <a:cubicBezTo>
                    <a:pt x="225" y="73"/>
                    <a:pt x="225" y="73"/>
                    <a:pt x="225" y="73"/>
                  </a:cubicBezTo>
                  <a:lnTo>
                    <a:pt x="22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71" tIns="48385" rIns="96771" bIns="48385" numCol="1" anchor="t" anchorCtr="0" compatLnSpc="1"/>
            <a:lstStyle/>
            <a:p>
              <a:pPr eaLnBrk="0" fontAlgn="base" hangingPunct="0"/>
              <a:endParaRPr lang="ko-KR" alt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6"/>
            <p:cNvSpPr>
              <a:spLocks noEditPoints="1"/>
            </p:cNvSpPr>
            <p:nvPr userDrawn="1"/>
          </p:nvSpPr>
          <p:spPr bwMode="auto">
            <a:xfrm>
              <a:off x="7119690" y="5691050"/>
              <a:ext cx="1441696" cy="137231"/>
            </a:xfrm>
            <a:custGeom>
              <a:avLst/>
              <a:gdLst>
                <a:gd name="T0" fmla="*/ 132 w 393"/>
                <a:gd name="T1" fmla="*/ 28 h 37"/>
                <a:gd name="T2" fmla="*/ 127 w 393"/>
                <a:gd name="T3" fmla="*/ 26 h 37"/>
                <a:gd name="T4" fmla="*/ 133 w 393"/>
                <a:gd name="T5" fmla="*/ 18 h 37"/>
                <a:gd name="T6" fmla="*/ 186 w 393"/>
                <a:gd name="T7" fmla="*/ 8 h 37"/>
                <a:gd name="T8" fmla="*/ 174 w 393"/>
                <a:gd name="T9" fmla="*/ 8 h 37"/>
                <a:gd name="T10" fmla="*/ 163 w 393"/>
                <a:gd name="T11" fmla="*/ 29 h 37"/>
                <a:gd name="T12" fmla="*/ 173 w 393"/>
                <a:gd name="T13" fmla="*/ 12 h 37"/>
                <a:gd name="T14" fmla="*/ 192 w 393"/>
                <a:gd name="T15" fmla="*/ 29 h 37"/>
                <a:gd name="T16" fmla="*/ 106 w 393"/>
                <a:gd name="T17" fmla="*/ 25 h 37"/>
                <a:gd name="T18" fmla="*/ 103 w 393"/>
                <a:gd name="T19" fmla="*/ 32 h 37"/>
                <a:gd name="T20" fmla="*/ 103 w 393"/>
                <a:gd name="T21" fmla="*/ 36 h 37"/>
                <a:gd name="T22" fmla="*/ 154 w 393"/>
                <a:gd name="T23" fmla="*/ 19 h 37"/>
                <a:gd name="T24" fmla="*/ 144 w 393"/>
                <a:gd name="T25" fmla="*/ 19 h 37"/>
                <a:gd name="T26" fmla="*/ 144 w 393"/>
                <a:gd name="T27" fmla="*/ 28 h 37"/>
                <a:gd name="T28" fmla="*/ 154 w 393"/>
                <a:gd name="T29" fmla="*/ 8 h 37"/>
                <a:gd name="T30" fmla="*/ 375 w 393"/>
                <a:gd name="T31" fmla="*/ 7 h 37"/>
                <a:gd name="T32" fmla="*/ 369 w 393"/>
                <a:gd name="T33" fmla="*/ 29 h 37"/>
                <a:gd name="T34" fmla="*/ 378 w 393"/>
                <a:gd name="T35" fmla="*/ 15 h 37"/>
                <a:gd name="T36" fmla="*/ 388 w 393"/>
                <a:gd name="T37" fmla="*/ 11 h 37"/>
                <a:gd name="T38" fmla="*/ 392 w 393"/>
                <a:gd name="T39" fmla="*/ 9 h 37"/>
                <a:gd name="T40" fmla="*/ 38 w 393"/>
                <a:gd name="T41" fmla="*/ 20 h 37"/>
                <a:gd name="T42" fmla="*/ 39 w 393"/>
                <a:gd name="T43" fmla="*/ 29 h 37"/>
                <a:gd name="T44" fmla="*/ 54 w 393"/>
                <a:gd name="T45" fmla="*/ 8 h 37"/>
                <a:gd name="T46" fmla="*/ 13 w 393"/>
                <a:gd name="T47" fmla="*/ 8 h 37"/>
                <a:gd name="T48" fmla="*/ 7 w 393"/>
                <a:gd name="T49" fmla="*/ 29 h 37"/>
                <a:gd name="T50" fmla="*/ 29 w 393"/>
                <a:gd name="T51" fmla="*/ 8 h 37"/>
                <a:gd name="T52" fmla="*/ 88 w 393"/>
                <a:gd name="T53" fmla="*/ 25 h 37"/>
                <a:gd name="T54" fmla="*/ 71 w 393"/>
                <a:gd name="T55" fmla="*/ 8 h 37"/>
                <a:gd name="T56" fmla="*/ 64 w 393"/>
                <a:gd name="T57" fmla="*/ 29 h 37"/>
                <a:gd name="T58" fmla="*/ 87 w 393"/>
                <a:gd name="T59" fmla="*/ 8 h 37"/>
                <a:gd name="T60" fmla="*/ 207 w 393"/>
                <a:gd name="T61" fmla="*/ 26 h 37"/>
                <a:gd name="T62" fmla="*/ 214 w 393"/>
                <a:gd name="T63" fmla="*/ 26 h 37"/>
                <a:gd name="T64" fmla="*/ 214 w 393"/>
                <a:gd name="T65" fmla="*/ 7 h 37"/>
                <a:gd name="T66" fmla="*/ 208 w 393"/>
                <a:gd name="T67" fmla="*/ 16 h 37"/>
                <a:gd name="T68" fmla="*/ 286 w 393"/>
                <a:gd name="T69" fmla="*/ 11 h 37"/>
                <a:gd name="T70" fmla="*/ 277 w 393"/>
                <a:gd name="T71" fmla="*/ 8 h 37"/>
                <a:gd name="T72" fmla="*/ 284 w 393"/>
                <a:gd name="T73" fmla="*/ 29 h 37"/>
                <a:gd name="T74" fmla="*/ 327 w 393"/>
                <a:gd name="T75" fmla="*/ 24 h 37"/>
                <a:gd name="T76" fmla="*/ 340 w 393"/>
                <a:gd name="T77" fmla="*/ 14 h 37"/>
                <a:gd name="T78" fmla="*/ 325 w 393"/>
                <a:gd name="T79" fmla="*/ 26 h 37"/>
                <a:gd name="T80" fmla="*/ 298 w 393"/>
                <a:gd name="T81" fmla="*/ 7 h 37"/>
                <a:gd name="T82" fmla="*/ 307 w 393"/>
                <a:gd name="T83" fmla="*/ 22 h 37"/>
                <a:gd name="T84" fmla="*/ 308 w 393"/>
                <a:gd name="T85" fmla="*/ 19 h 37"/>
                <a:gd name="T86" fmla="*/ 298 w 393"/>
                <a:gd name="T87" fmla="*/ 10 h 37"/>
                <a:gd name="T88" fmla="*/ 273 w 393"/>
                <a:gd name="T89" fmla="*/ 0 h 37"/>
                <a:gd name="T90" fmla="*/ 344 w 393"/>
                <a:gd name="T91" fmla="*/ 26 h 37"/>
                <a:gd name="T92" fmla="*/ 351 w 393"/>
                <a:gd name="T93" fmla="*/ 7 h 37"/>
                <a:gd name="T94" fmla="*/ 351 w 393"/>
                <a:gd name="T95" fmla="*/ 10 h 37"/>
                <a:gd name="T96" fmla="*/ 237 w 393"/>
                <a:gd name="T97" fmla="*/ 7 h 37"/>
                <a:gd name="T98" fmla="*/ 231 w 393"/>
                <a:gd name="T99" fmla="*/ 26 h 37"/>
                <a:gd name="T100" fmla="*/ 240 w 393"/>
                <a:gd name="T101" fmla="*/ 24 h 37"/>
                <a:gd name="T102" fmla="*/ 240 w 393"/>
                <a:gd name="T103" fmla="*/ 12 h 37"/>
                <a:gd name="T104" fmla="*/ 270 w 393"/>
                <a:gd name="T105" fmla="*/ 8 h 37"/>
                <a:gd name="T106" fmla="*/ 313 w 393"/>
                <a:gd name="T107" fmla="*/ 29 h 37"/>
                <a:gd name="T108" fmla="*/ 253 w 393"/>
                <a:gd name="T109" fmla="*/ 11 h 37"/>
                <a:gd name="T110" fmla="*/ 261 w 393"/>
                <a:gd name="T111" fmla="*/ 8 h 37"/>
                <a:gd name="T112" fmla="*/ 250 w 393"/>
                <a:gd name="T113" fmla="*/ 16 h 37"/>
                <a:gd name="T114" fmla="*/ 257 w 393"/>
                <a:gd name="T115" fmla="*/ 26 h 37"/>
                <a:gd name="T116" fmla="*/ 261 w 393"/>
                <a:gd name="T117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3" h="37">
                  <a:moveTo>
                    <a:pt x="127" y="7"/>
                  </a:moveTo>
                  <a:cubicBezTo>
                    <a:pt x="124" y="7"/>
                    <a:pt x="122" y="8"/>
                    <a:pt x="120" y="10"/>
                  </a:cubicBezTo>
                  <a:cubicBezTo>
                    <a:pt x="118" y="12"/>
                    <a:pt x="117" y="14"/>
                    <a:pt x="117" y="18"/>
                  </a:cubicBezTo>
                  <a:cubicBezTo>
                    <a:pt x="117" y="22"/>
                    <a:pt x="118" y="24"/>
                    <a:pt x="120" y="26"/>
                  </a:cubicBezTo>
                  <a:cubicBezTo>
                    <a:pt x="122" y="28"/>
                    <a:pt x="124" y="29"/>
                    <a:pt x="127" y="29"/>
                  </a:cubicBezTo>
                  <a:cubicBezTo>
                    <a:pt x="129" y="29"/>
                    <a:pt x="130" y="29"/>
                    <a:pt x="132" y="28"/>
                  </a:cubicBezTo>
                  <a:cubicBezTo>
                    <a:pt x="133" y="27"/>
                    <a:pt x="135" y="26"/>
                    <a:pt x="135" y="24"/>
                  </a:cubicBezTo>
                  <a:cubicBezTo>
                    <a:pt x="136" y="23"/>
                    <a:pt x="137" y="21"/>
                    <a:pt x="137" y="18"/>
                  </a:cubicBezTo>
                  <a:cubicBezTo>
                    <a:pt x="137" y="15"/>
                    <a:pt x="136" y="12"/>
                    <a:pt x="134" y="10"/>
                  </a:cubicBezTo>
                  <a:cubicBezTo>
                    <a:pt x="132" y="8"/>
                    <a:pt x="130" y="7"/>
                    <a:pt x="127" y="7"/>
                  </a:cubicBezTo>
                  <a:close/>
                  <a:moveTo>
                    <a:pt x="131" y="24"/>
                  </a:moveTo>
                  <a:cubicBezTo>
                    <a:pt x="130" y="26"/>
                    <a:pt x="129" y="26"/>
                    <a:pt x="127" y="26"/>
                  </a:cubicBezTo>
                  <a:cubicBezTo>
                    <a:pt x="125" y="26"/>
                    <a:pt x="124" y="26"/>
                    <a:pt x="122" y="24"/>
                  </a:cubicBezTo>
                  <a:cubicBezTo>
                    <a:pt x="121" y="23"/>
                    <a:pt x="121" y="21"/>
                    <a:pt x="121" y="18"/>
                  </a:cubicBezTo>
                  <a:cubicBezTo>
                    <a:pt x="121" y="16"/>
                    <a:pt x="121" y="14"/>
                    <a:pt x="122" y="12"/>
                  </a:cubicBezTo>
                  <a:cubicBezTo>
                    <a:pt x="124" y="11"/>
                    <a:pt x="125" y="10"/>
                    <a:pt x="127" y="10"/>
                  </a:cubicBezTo>
                  <a:cubicBezTo>
                    <a:pt x="129" y="10"/>
                    <a:pt x="130" y="11"/>
                    <a:pt x="131" y="12"/>
                  </a:cubicBezTo>
                  <a:cubicBezTo>
                    <a:pt x="132" y="14"/>
                    <a:pt x="133" y="16"/>
                    <a:pt x="133" y="18"/>
                  </a:cubicBezTo>
                  <a:cubicBezTo>
                    <a:pt x="133" y="21"/>
                    <a:pt x="132" y="23"/>
                    <a:pt x="131" y="24"/>
                  </a:cubicBezTo>
                  <a:close/>
                  <a:moveTo>
                    <a:pt x="195" y="20"/>
                  </a:moveTo>
                  <a:cubicBezTo>
                    <a:pt x="194" y="24"/>
                    <a:pt x="194" y="24"/>
                    <a:pt x="194" y="24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0" y="8"/>
                    <a:pt x="190" y="8"/>
                    <a:pt x="190" y="8"/>
                  </a:cubicBezTo>
                  <a:cubicBezTo>
                    <a:pt x="186" y="8"/>
                    <a:pt x="186" y="8"/>
                    <a:pt x="186" y="8"/>
                  </a:cubicBezTo>
                  <a:cubicBezTo>
                    <a:pt x="183" y="20"/>
                    <a:pt x="183" y="20"/>
                    <a:pt x="183" y="20"/>
                  </a:cubicBezTo>
                  <a:cubicBezTo>
                    <a:pt x="182" y="23"/>
                    <a:pt x="182" y="24"/>
                    <a:pt x="182" y="24"/>
                  </a:cubicBezTo>
                  <a:cubicBezTo>
                    <a:pt x="181" y="20"/>
                    <a:pt x="181" y="20"/>
                    <a:pt x="181" y="20"/>
                  </a:cubicBezTo>
                  <a:cubicBezTo>
                    <a:pt x="177" y="8"/>
                    <a:pt x="177" y="8"/>
                    <a:pt x="177" y="8"/>
                  </a:cubicBezTo>
                  <a:cubicBezTo>
                    <a:pt x="174" y="8"/>
                    <a:pt x="174" y="8"/>
                    <a:pt x="174" y="8"/>
                  </a:cubicBezTo>
                  <a:cubicBezTo>
                    <a:pt x="174" y="8"/>
                    <a:pt x="174" y="8"/>
                    <a:pt x="174" y="8"/>
                  </a:cubicBezTo>
                  <a:cubicBezTo>
                    <a:pt x="173" y="8"/>
                    <a:pt x="172" y="7"/>
                    <a:pt x="171" y="7"/>
                  </a:cubicBezTo>
                  <a:cubicBezTo>
                    <a:pt x="170" y="7"/>
                    <a:pt x="169" y="8"/>
                    <a:pt x="168" y="8"/>
                  </a:cubicBezTo>
                  <a:cubicBezTo>
                    <a:pt x="168" y="9"/>
                    <a:pt x="167" y="10"/>
                    <a:pt x="166" y="11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63" y="8"/>
                    <a:pt x="163" y="8"/>
                    <a:pt x="163" y="8"/>
                  </a:cubicBezTo>
                  <a:cubicBezTo>
                    <a:pt x="163" y="29"/>
                    <a:pt x="163" y="29"/>
                    <a:pt x="163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6"/>
                    <a:pt x="167" y="15"/>
                    <a:pt x="167" y="14"/>
                  </a:cubicBezTo>
                  <a:cubicBezTo>
                    <a:pt x="167" y="13"/>
                    <a:pt x="168" y="12"/>
                    <a:pt x="168" y="12"/>
                  </a:cubicBezTo>
                  <a:cubicBezTo>
                    <a:pt x="169" y="11"/>
                    <a:pt x="170" y="11"/>
                    <a:pt x="170" y="11"/>
                  </a:cubicBezTo>
                  <a:cubicBezTo>
                    <a:pt x="171" y="11"/>
                    <a:pt x="172" y="11"/>
                    <a:pt x="173" y="12"/>
                  </a:cubicBezTo>
                  <a:cubicBezTo>
                    <a:pt x="174" y="9"/>
                    <a:pt x="174" y="9"/>
                    <a:pt x="174" y="9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cubicBezTo>
                    <a:pt x="188" y="13"/>
                    <a:pt x="188" y="13"/>
                    <a:pt x="188" y="13"/>
                  </a:cubicBezTo>
                  <a:cubicBezTo>
                    <a:pt x="189" y="16"/>
                    <a:pt x="189" y="16"/>
                    <a:pt x="189" y="16"/>
                  </a:cubicBezTo>
                  <a:cubicBezTo>
                    <a:pt x="192" y="29"/>
                    <a:pt x="192" y="29"/>
                    <a:pt x="192" y="29"/>
                  </a:cubicBezTo>
                  <a:cubicBezTo>
                    <a:pt x="196" y="29"/>
                    <a:pt x="196" y="29"/>
                    <a:pt x="196" y="29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199" y="8"/>
                    <a:pt x="199" y="8"/>
                    <a:pt x="199" y="8"/>
                  </a:cubicBezTo>
                  <a:lnTo>
                    <a:pt x="195" y="20"/>
                  </a:lnTo>
                  <a:close/>
                  <a:moveTo>
                    <a:pt x="108" y="20"/>
                  </a:moveTo>
                  <a:cubicBezTo>
                    <a:pt x="107" y="22"/>
                    <a:pt x="106" y="23"/>
                    <a:pt x="106" y="25"/>
                  </a:cubicBezTo>
                  <a:cubicBezTo>
                    <a:pt x="106" y="23"/>
                    <a:pt x="105" y="21"/>
                    <a:pt x="105" y="20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4" y="29"/>
                    <a:pt x="104" y="29"/>
                    <a:pt x="104" y="30"/>
                  </a:cubicBezTo>
                  <a:cubicBezTo>
                    <a:pt x="104" y="31"/>
                    <a:pt x="103" y="32"/>
                    <a:pt x="103" y="32"/>
                  </a:cubicBezTo>
                  <a:cubicBezTo>
                    <a:pt x="103" y="33"/>
                    <a:pt x="102" y="33"/>
                    <a:pt x="102" y="33"/>
                  </a:cubicBezTo>
                  <a:cubicBezTo>
                    <a:pt x="101" y="34"/>
                    <a:pt x="101" y="34"/>
                    <a:pt x="100" y="34"/>
                  </a:cubicBezTo>
                  <a:cubicBezTo>
                    <a:pt x="99" y="34"/>
                    <a:pt x="99" y="34"/>
                    <a:pt x="98" y="33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9" y="37"/>
                    <a:pt x="100" y="37"/>
                    <a:pt x="101" y="37"/>
                  </a:cubicBezTo>
                  <a:cubicBezTo>
                    <a:pt x="102" y="37"/>
                    <a:pt x="103" y="37"/>
                    <a:pt x="103" y="36"/>
                  </a:cubicBezTo>
                  <a:cubicBezTo>
                    <a:pt x="104" y="36"/>
                    <a:pt x="105" y="35"/>
                    <a:pt x="106" y="34"/>
                  </a:cubicBezTo>
                  <a:cubicBezTo>
                    <a:pt x="106" y="33"/>
                    <a:pt x="107" y="31"/>
                    <a:pt x="108" y="29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2" y="8"/>
                    <a:pt x="112" y="8"/>
                    <a:pt x="112" y="8"/>
                  </a:cubicBezTo>
                  <a:lnTo>
                    <a:pt x="108" y="20"/>
                  </a:lnTo>
                  <a:close/>
                  <a:moveTo>
                    <a:pt x="154" y="19"/>
                  </a:moveTo>
                  <a:cubicBezTo>
                    <a:pt x="154" y="21"/>
                    <a:pt x="154" y="22"/>
                    <a:pt x="153" y="23"/>
                  </a:cubicBezTo>
                  <a:cubicBezTo>
                    <a:pt x="153" y="24"/>
                    <a:pt x="152" y="25"/>
                    <a:pt x="151" y="25"/>
                  </a:cubicBezTo>
                  <a:cubicBezTo>
                    <a:pt x="150" y="26"/>
                    <a:pt x="149" y="26"/>
                    <a:pt x="148" y="26"/>
                  </a:cubicBezTo>
                  <a:cubicBezTo>
                    <a:pt x="147" y="26"/>
                    <a:pt x="146" y="26"/>
                    <a:pt x="146" y="25"/>
                  </a:cubicBezTo>
                  <a:cubicBezTo>
                    <a:pt x="145" y="25"/>
                    <a:pt x="145" y="24"/>
                    <a:pt x="144" y="23"/>
                  </a:cubicBezTo>
                  <a:cubicBezTo>
                    <a:pt x="144" y="22"/>
                    <a:pt x="144" y="21"/>
                    <a:pt x="144" y="19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41" y="22"/>
                    <a:pt x="141" y="23"/>
                    <a:pt x="141" y="24"/>
                  </a:cubicBezTo>
                  <a:cubicBezTo>
                    <a:pt x="141" y="25"/>
                    <a:pt x="141" y="26"/>
                    <a:pt x="142" y="27"/>
                  </a:cubicBezTo>
                  <a:cubicBezTo>
                    <a:pt x="142" y="27"/>
                    <a:pt x="143" y="28"/>
                    <a:pt x="144" y="28"/>
                  </a:cubicBezTo>
                  <a:cubicBezTo>
                    <a:pt x="145" y="29"/>
                    <a:pt x="146" y="29"/>
                    <a:pt x="148" y="29"/>
                  </a:cubicBezTo>
                  <a:cubicBezTo>
                    <a:pt x="150" y="29"/>
                    <a:pt x="153" y="28"/>
                    <a:pt x="154" y="26"/>
                  </a:cubicBezTo>
                  <a:cubicBezTo>
                    <a:pt x="154" y="29"/>
                    <a:pt x="154" y="29"/>
                    <a:pt x="154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4" y="8"/>
                    <a:pt x="154" y="8"/>
                    <a:pt x="154" y="8"/>
                  </a:cubicBezTo>
                  <a:lnTo>
                    <a:pt x="154" y="19"/>
                  </a:lnTo>
                  <a:close/>
                  <a:moveTo>
                    <a:pt x="392" y="9"/>
                  </a:moveTo>
                  <a:cubicBezTo>
                    <a:pt x="391" y="8"/>
                    <a:pt x="389" y="7"/>
                    <a:pt x="387" y="7"/>
                  </a:cubicBezTo>
                  <a:cubicBezTo>
                    <a:pt x="384" y="7"/>
                    <a:pt x="382" y="9"/>
                    <a:pt x="381" y="11"/>
                  </a:cubicBezTo>
                  <a:cubicBezTo>
                    <a:pt x="380" y="10"/>
                    <a:pt x="379" y="9"/>
                    <a:pt x="378" y="8"/>
                  </a:cubicBezTo>
                  <a:cubicBezTo>
                    <a:pt x="377" y="8"/>
                    <a:pt x="376" y="7"/>
                    <a:pt x="375" y="7"/>
                  </a:cubicBezTo>
                  <a:cubicBezTo>
                    <a:pt x="373" y="7"/>
                    <a:pt x="372" y="8"/>
                    <a:pt x="371" y="8"/>
                  </a:cubicBezTo>
                  <a:cubicBezTo>
                    <a:pt x="370" y="9"/>
                    <a:pt x="369" y="10"/>
                    <a:pt x="368" y="11"/>
                  </a:cubicBezTo>
                  <a:cubicBezTo>
                    <a:pt x="368" y="8"/>
                    <a:pt x="368" y="8"/>
                    <a:pt x="368" y="8"/>
                  </a:cubicBezTo>
                  <a:cubicBezTo>
                    <a:pt x="365" y="8"/>
                    <a:pt x="365" y="8"/>
                    <a:pt x="365" y="8"/>
                  </a:cubicBezTo>
                  <a:cubicBezTo>
                    <a:pt x="365" y="29"/>
                    <a:pt x="365" y="29"/>
                    <a:pt x="365" y="29"/>
                  </a:cubicBezTo>
                  <a:cubicBezTo>
                    <a:pt x="369" y="29"/>
                    <a:pt x="369" y="29"/>
                    <a:pt x="369" y="29"/>
                  </a:cubicBezTo>
                  <a:cubicBezTo>
                    <a:pt x="369" y="18"/>
                    <a:pt x="369" y="18"/>
                    <a:pt x="369" y="18"/>
                  </a:cubicBezTo>
                  <a:cubicBezTo>
                    <a:pt x="369" y="16"/>
                    <a:pt x="369" y="15"/>
                    <a:pt x="369" y="14"/>
                  </a:cubicBezTo>
                  <a:cubicBezTo>
                    <a:pt x="370" y="13"/>
                    <a:pt x="370" y="12"/>
                    <a:pt x="371" y="11"/>
                  </a:cubicBezTo>
                  <a:cubicBezTo>
                    <a:pt x="372" y="11"/>
                    <a:pt x="373" y="10"/>
                    <a:pt x="374" y="10"/>
                  </a:cubicBezTo>
                  <a:cubicBezTo>
                    <a:pt x="375" y="10"/>
                    <a:pt x="376" y="11"/>
                    <a:pt x="377" y="12"/>
                  </a:cubicBezTo>
                  <a:cubicBezTo>
                    <a:pt x="377" y="12"/>
                    <a:pt x="378" y="14"/>
                    <a:pt x="378" y="15"/>
                  </a:cubicBezTo>
                  <a:cubicBezTo>
                    <a:pt x="378" y="29"/>
                    <a:pt x="378" y="29"/>
                    <a:pt x="378" y="29"/>
                  </a:cubicBezTo>
                  <a:cubicBezTo>
                    <a:pt x="381" y="29"/>
                    <a:pt x="381" y="29"/>
                    <a:pt x="381" y="29"/>
                  </a:cubicBezTo>
                  <a:cubicBezTo>
                    <a:pt x="381" y="17"/>
                    <a:pt x="381" y="17"/>
                    <a:pt x="381" y="17"/>
                  </a:cubicBezTo>
                  <a:cubicBezTo>
                    <a:pt x="381" y="14"/>
                    <a:pt x="382" y="13"/>
                    <a:pt x="383" y="12"/>
                  </a:cubicBezTo>
                  <a:cubicBezTo>
                    <a:pt x="384" y="11"/>
                    <a:pt x="385" y="10"/>
                    <a:pt x="386" y="10"/>
                  </a:cubicBezTo>
                  <a:cubicBezTo>
                    <a:pt x="387" y="10"/>
                    <a:pt x="388" y="11"/>
                    <a:pt x="388" y="11"/>
                  </a:cubicBezTo>
                  <a:cubicBezTo>
                    <a:pt x="389" y="11"/>
                    <a:pt x="389" y="12"/>
                    <a:pt x="390" y="13"/>
                  </a:cubicBezTo>
                  <a:cubicBezTo>
                    <a:pt x="390" y="13"/>
                    <a:pt x="390" y="14"/>
                    <a:pt x="390" y="16"/>
                  </a:cubicBezTo>
                  <a:cubicBezTo>
                    <a:pt x="390" y="29"/>
                    <a:pt x="390" y="29"/>
                    <a:pt x="390" y="29"/>
                  </a:cubicBezTo>
                  <a:cubicBezTo>
                    <a:pt x="393" y="29"/>
                    <a:pt x="393" y="29"/>
                    <a:pt x="393" y="29"/>
                  </a:cubicBezTo>
                  <a:cubicBezTo>
                    <a:pt x="393" y="14"/>
                    <a:pt x="393" y="14"/>
                    <a:pt x="393" y="14"/>
                  </a:cubicBezTo>
                  <a:cubicBezTo>
                    <a:pt x="393" y="12"/>
                    <a:pt x="393" y="10"/>
                    <a:pt x="392" y="9"/>
                  </a:cubicBezTo>
                  <a:close/>
                  <a:moveTo>
                    <a:pt x="51" y="20"/>
                  </a:moveTo>
                  <a:cubicBezTo>
                    <a:pt x="50" y="24"/>
                    <a:pt x="50" y="24"/>
                    <a:pt x="50" y="24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3"/>
                    <a:pt x="37" y="24"/>
                    <a:pt x="37" y="24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4" y="8"/>
                    <a:pt x="54" y="8"/>
                    <a:pt x="54" y="8"/>
                  </a:cubicBezTo>
                  <a:lnTo>
                    <a:pt x="51" y="20"/>
                  </a:lnTo>
                  <a:close/>
                  <a:moveTo>
                    <a:pt x="22" y="20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3"/>
                    <a:pt x="9" y="24"/>
                    <a:pt x="9" y="2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5" y="8"/>
                    <a:pt x="25" y="8"/>
                    <a:pt x="25" y="8"/>
                  </a:cubicBezTo>
                  <a:lnTo>
                    <a:pt x="22" y="20"/>
                  </a:lnTo>
                  <a:close/>
                  <a:moveTo>
                    <a:pt x="88" y="29"/>
                  </a:moveTo>
                  <a:cubicBezTo>
                    <a:pt x="92" y="29"/>
                    <a:pt x="92" y="29"/>
                    <a:pt x="92" y="29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8" y="25"/>
                    <a:pt x="88" y="25"/>
                    <a:pt x="88" y="25"/>
                  </a:cubicBezTo>
                  <a:lnTo>
                    <a:pt x="88" y="29"/>
                  </a:lnTo>
                  <a:close/>
                  <a:moveTo>
                    <a:pt x="80" y="20"/>
                  </a:moveTo>
                  <a:cubicBezTo>
                    <a:pt x="78" y="24"/>
                    <a:pt x="78" y="24"/>
                    <a:pt x="78" y="24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7" y="23"/>
                    <a:pt x="66" y="24"/>
                    <a:pt x="66" y="24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3" y="8"/>
                    <a:pt x="83" y="8"/>
                    <a:pt x="83" y="8"/>
                  </a:cubicBezTo>
                  <a:lnTo>
                    <a:pt x="80" y="20"/>
                  </a:lnTo>
                  <a:close/>
                  <a:moveTo>
                    <a:pt x="214" y="7"/>
                  </a:moveTo>
                  <a:cubicBezTo>
                    <a:pt x="211" y="7"/>
                    <a:pt x="208" y="8"/>
                    <a:pt x="207" y="10"/>
                  </a:cubicBezTo>
                  <a:cubicBezTo>
                    <a:pt x="205" y="12"/>
                    <a:pt x="204" y="15"/>
                    <a:pt x="204" y="18"/>
                  </a:cubicBezTo>
                  <a:cubicBezTo>
                    <a:pt x="204" y="22"/>
                    <a:pt x="205" y="24"/>
                    <a:pt x="207" y="26"/>
                  </a:cubicBezTo>
                  <a:cubicBezTo>
                    <a:pt x="208" y="28"/>
                    <a:pt x="211" y="29"/>
                    <a:pt x="214" y="29"/>
                  </a:cubicBezTo>
                  <a:cubicBezTo>
                    <a:pt x="216" y="29"/>
                    <a:pt x="218" y="29"/>
                    <a:pt x="220" y="27"/>
                  </a:cubicBezTo>
                  <a:cubicBezTo>
                    <a:pt x="221" y="26"/>
                    <a:pt x="222" y="25"/>
                    <a:pt x="223" y="22"/>
                  </a:cubicBezTo>
                  <a:cubicBezTo>
                    <a:pt x="219" y="22"/>
                    <a:pt x="219" y="22"/>
                    <a:pt x="219" y="22"/>
                  </a:cubicBezTo>
                  <a:cubicBezTo>
                    <a:pt x="219" y="23"/>
                    <a:pt x="218" y="25"/>
                    <a:pt x="217" y="25"/>
                  </a:cubicBezTo>
                  <a:cubicBezTo>
                    <a:pt x="216" y="26"/>
                    <a:pt x="215" y="26"/>
                    <a:pt x="214" y="26"/>
                  </a:cubicBezTo>
                  <a:cubicBezTo>
                    <a:pt x="212" y="26"/>
                    <a:pt x="211" y="26"/>
                    <a:pt x="210" y="24"/>
                  </a:cubicBezTo>
                  <a:cubicBezTo>
                    <a:pt x="208" y="23"/>
                    <a:pt x="208" y="21"/>
                    <a:pt x="208" y="19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23" y="19"/>
                    <a:pt x="223" y="18"/>
                    <a:pt x="223" y="18"/>
                  </a:cubicBezTo>
                  <a:cubicBezTo>
                    <a:pt x="223" y="15"/>
                    <a:pt x="222" y="12"/>
                    <a:pt x="220" y="10"/>
                  </a:cubicBezTo>
                  <a:cubicBezTo>
                    <a:pt x="219" y="8"/>
                    <a:pt x="216" y="7"/>
                    <a:pt x="214" y="7"/>
                  </a:cubicBezTo>
                  <a:close/>
                  <a:moveTo>
                    <a:pt x="208" y="16"/>
                  </a:moveTo>
                  <a:cubicBezTo>
                    <a:pt x="208" y="14"/>
                    <a:pt x="209" y="13"/>
                    <a:pt x="210" y="12"/>
                  </a:cubicBezTo>
                  <a:cubicBezTo>
                    <a:pt x="211" y="11"/>
                    <a:pt x="212" y="10"/>
                    <a:pt x="214" y="10"/>
                  </a:cubicBezTo>
                  <a:cubicBezTo>
                    <a:pt x="215" y="10"/>
                    <a:pt x="217" y="11"/>
                    <a:pt x="218" y="12"/>
                  </a:cubicBezTo>
                  <a:cubicBezTo>
                    <a:pt x="219" y="13"/>
                    <a:pt x="219" y="15"/>
                    <a:pt x="219" y="16"/>
                  </a:cubicBezTo>
                  <a:lnTo>
                    <a:pt x="208" y="16"/>
                  </a:lnTo>
                  <a:close/>
                  <a:moveTo>
                    <a:pt x="285" y="26"/>
                  </a:moveTo>
                  <a:cubicBezTo>
                    <a:pt x="284" y="26"/>
                    <a:pt x="284" y="26"/>
                    <a:pt x="283" y="25"/>
                  </a:cubicBezTo>
                  <a:cubicBezTo>
                    <a:pt x="283" y="25"/>
                    <a:pt x="283" y="25"/>
                    <a:pt x="283" y="25"/>
                  </a:cubicBezTo>
                  <a:cubicBezTo>
                    <a:pt x="283" y="24"/>
                    <a:pt x="283" y="24"/>
                    <a:pt x="283" y="23"/>
                  </a:cubicBezTo>
                  <a:cubicBezTo>
                    <a:pt x="283" y="11"/>
                    <a:pt x="283" y="11"/>
                    <a:pt x="283" y="11"/>
                  </a:cubicBezTo>
                  <a:cubicBezTo>
                    <a:pt x="286" y="11"/>
                    <a:pt x="286" y="11"/>
                    <a:pt x="286" y="11"/>
                  </a:cubicBezTo>
                  <a:cubicBezTo>
                    <a:pt x="286" y="8"/>
                    <a:pt x="286" y="8"/>
                    <a:pt x="286" y="8"/>
                  </a:cubicBezTo>
                  <a:cubicBezTo>
                    <a:pt x="283" y="8"/>
                    <a:pt x="283" y="8"/>
                    <a:pt x="283" y="8"/>
                  </a:cubicBezTo>
                  <a:cubicBezTo>
                    <a:pt x="283" y="1"/>
                    <a:pt x="283" y="1"/>
                    <a:pt x="283" y="1"/>
                  </a:cubicBezTo>
                  <a:cubicBezTo>
                    <a:pt x="279" y="3"/>
                    <a:pt x="279" y="3"/>
                    <a:pt x="279" y="3"/>
                  </a:cubicBezTo>
                  <a:cubicBezTo>
                    <a:pt x="279" y="8"/>
                    <a:pt x="279" y="8"/>
                    <a:pt x="279" y="8"/>
                  </a:cubicBezTo>
                  <a:cubicBezTo>
                    <a:pt x="277" y="8"/>
                    <a:pt x="277" y="8"/>
                    <a:pt x="277" y="8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9" y="11"/>
                    <a:pt x="279" y="11"/>
                    <a:pt x="279" y="11"/>
                  </a:cubicBezTo>
                  <a:cubicBezTo>
                    <a:pt x="279" y="23"/>
                    <a:pt x="279" y="23"/>
                    <a:pt x="279" y="23"/>
                  </a:cubicBezTo>
                  <a:cubicBezTo>
                    <a:pt x="279" y="25"/>
                    <a:pt x="279" y="26"/>
                    <a:pt x="280" y="27"/>
                  </a:cubicBezTo>
                  <a:cubicBezTo>
                    <a:pt x="280" y="27"/>
                    <a:pt x="280" y="28"/>
                    <a:pt x="281" y="28"/>
                  </a:cubicBezTo>
                  <a:cubicBezTo>
                    <a:pt x="282" y="29"/>
                    <a:pt x="283" y="29"/>
                    <a:pt x="284" y="29"/>
                  </a:cubicBezTo>
                  <a:cubicBezTo>
                    <a:pt x="285" y="29"/>
                    <a:pt x="286" y="29"/>
                    <a:pt x="287" y="29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6"/>
                    <a:pt x="285" y="26"/>
                    <a:pt x="285" y="26"/>
                  </a:cubicBezTo>
                  <a:close/>
                  <a:moveTo>
                    <a:pt x="335" y="25"/>
                  </a:moveTo>
                  <a:cubicBezTo>
                    <a:pt x="334" y="26"/>
                    <a:pt x="333" y="26"/>
                    <a:pt x="331" y="26"/>
                  </a:cubicBezTo>
                  <a:cubicBezTo>
                    <a:pt x="330" y="26"/>
                    <a:pt x="328" y="26"/>
                    <a:pt x="327" y="24"/>
                  </a:cubicBezTo>
                  <a:cubicBezTo>
                    <a:pt x="326" y="23"/>
                    <a:pt x="326" y="21"/>
                    <a:pt x="326" y="18"/>
                  </a:cubicBezTo>
                  <a:cubicBezTo>
                    <a:pt x="326" y="16"/>
                    <a:pt x="326" y="14"/>
                    <a:pt x="327" y="12"/>
                  </a:cubicBezTo>
                  <a:cubicBezTo>
                    <a:pt x="328" y="11"/>
                    <a:pt x="330" y="10"/>
                    <a:pt x="332" y="10"/>
                  </a:cubicBezTo>
                  <a:cubicBezTo>
                    <a:pt x="333" y="10"/>
                    <a:pt x="334" y="11"/>
                    <a:pt x="335" y="11"/>
                  </a:cubicBezTo>
                  <a:cubicBezTo>
                    <a:pt x="335" y="12"/>
                    <a:pt x="336" y="13"/>
                    <a:pt x="336" y="15"/>
                  </a:cubicBezTo>
                  <a:cubicBezTo>
                    <a:pt x="340" y="14"/>
                    <a:pt x="340" y="14"/>
                    <a:pt x="340" y="14"/>
                  </a:cubicBezTo>
                  <a:cubicBezTo>
                    <a:pt x="339" y="12"/>
                    <a:pt x="338" y="10"/>
                    <a:pt x="337" y="9"/>
                  </a:cubicBezTo>
                  <a:cubicBezTo>
                    <a:pt x="335" y="8"/>
                    <a:pt x="334" y="7"/>
                    <a:pt x="331" y="7"/>
                  </a:cubicBezTo>
                  <a:cubicBezTo>
                    <a:pt x="330" y="7"/>
                    <a:pt x="328" y="8"/>
                    <a:pt x="326" y="9"/>
                  </a:cubicBezTo>
                  <a:cubicBezTo>
                    <a:pt x="325" y="10"/>
                    <a:pt x="324" y="11"/>
                    <a:pt x="323" y="12"/>
                  </a:cubicBezTo>
                  <a:cubicBezTo>
                    <a:pt x="322" y="14"/>
                    <a:pt x="322" y="16"/>
                    <a:pt x="322" y="18"/>
                  </a:cubicBezTo>
                  <a:cubicBezTo>
                    <a:pt x="322" y="22"/>
                    <a:pt x="323" y="24"/>
                    <a:pt x="325" y="26"/>
                  </a:cubicBezTo>
                  <a:cubicBezTo>
                    <a:pt x="326" y="28"/>
                    <a:pt x="329" y="29"/>
                    <a:pt x="331" y="29"/>
                  </a:cubicBezTo>
                  <a:cubicBezTo>
                    <a:pt x="334" y="29"/>
                    <a:pt x="336" y="28"/>
                    <a:pt x="337" y="27"/>
                  </a:cubicBezTo>
                  <a:cubicBezTo>
                    <a:pt x="339" y="26"/>
                    <a:pt x="340" y="24"/>
                    <a:pt x="340" y="22"/>
                  </a:cubicBezTo>
                  <a:cubicBezTo>
                    <a:pt x="337" y="21"/>
                    <a:pt x="337" y="21"/>
                    <a:pt x="337" y="21"/>
                  </a:cubicBezTo>
                  <a:cubicBezTo>
                    <a:pt x="336" y="23"/>
                    <a:pt x="336" y="24"/>
                    <a:pt x="335" y="25"/>
                  </a:cubicBezTo>
                  <a:close/>
                  <a:moveTo>
                    <a:pt x="298" y="7"/>
                  </a:moveTo>
                  <a:cubicBezTo>
                    <a:pt x="295" y="7"/>
                    <a:pt x="293" y="8"/>
                    <a:pt x="291" y="10"/>
                  </a:cubicBezTo>
                  <a:cubicBezTo>
                    <a:pt x="289" y="12"/>
                    <a:pt x="288" y="15"/>
                    <a:pt x="288" y="18"/>
                  </a:cubicBezTo>
                  <a:cubicBezTo>
                    <a:pt x="288" y="22"/>
                    <a:pt x="289" y="24"/>
                    <a:pt x="291" y="26"/>
                  </a:cubicBezTo>
                  <a:cubicBezTo>
                    <a:pt x="293" y="28"/>
                    <a:pt x="295" y="29"/>
                    <a:pt x="298" y="29"/>
                  </a:cubicBezTo>
                  <a:cubicBezTo>
                    <a:pt x="301" y="29"/>
                    <a:pt x="303" y="29"/>
                    <a:pt x="304" y="27"/>
                  </a:cubicBezTo>
                  <a:cubicBezTo>
                    <a:pt x="306" y="26"/>
                    <a:pt x="307" y="25"/>
                    <a:pt x="307" y="22"/>
                  </a:cubicBezTo>
                  <a:cubicBezTo>
                    <a:pt x="304" y="22"/>
                    <a:pt x="304" y="22"/>
                    <a:pt x="304" y="22"/>
                  </a:cubicBezTo>
                  <a:cubicBezTo>
                    <a:pt x="303" y="23"/>
                    <a:pt x="303" y="25"/>
                    <a:pt x="302" y="25"/>
                  </a:cubicBezTo>
                  <a:cubicBezTo>
                    <a:pt x="301" y="26"/>
                    <a:pt x="300" y="26"/>
                    <a:pt x="298" y="26"/>
                  </a:cubicBezTo>
                  <a:cubicBezTo>
                    <a:pt x="297" y="26"/>
                    <a:pt x="295" y="26"/>
                    <a:pt x="294" y="24"/>
                  </a:cubicBezTo>
                  <a:cubicBezTo>
                    <a:pt x="293" y="23"/>
                    <a:pt x="292" y="21"/>
                    <a:pt x="292" y="19"/>
                  </a:cubicBezTo>
                  <a:cubicBezTo>
                    <a:pt x="308" y="19"/>
                    <a:pt x="308" y="19"/>
                    <a:pt x="308" y="19"/>
                  </a:cubicBezTo>
                  <a:cubicBezTo>
                    <a:pt x="308" y="19"/>
                    <a:pt x="308" y="18"/>
                    <a:pt x="308" y="18"/>
                  </a:cubicBezTo>
                  <a:cubicBezTo>
                    <a:pt x="308" y="15"/>
                    <a:pt x="307" y="12"/>
                    <a:pt x="305" y="10"/>
                  </a:cubicBezTo>
                  <a:cubicBezTo>
                    <a:pt x="303" y="8"/>
                    <a:pt x="301" y="7"/>
                    <a:pt x="298" y="7"/>
                  </a:cubicBezTo>
                  <a:close/>
                  <a:moveTo>
                    <a:pt x="292" y="16"/>
                  </a:moveTo>
                  <a:cubicBezTo>
                    <a:pt x="292" y="14"/>
                    <a:pt x="293" y="13"/>
                    <a:pt x="294" y="12"/>
                  </a:cubicBezTo>
                  <a:cubicBezTo>
                    <a:pt x="295" y="11"/>
                    <a:pt x="297" y="10"/>
                    <a:pt x="298" y="10"/>
                  </a:cubicBezTo>
                  <a:cubicBezTo>
                    <a:pt x="300" y="10"/>
                    <a:pt x="301" y="11"/>
                    <a:pt x="303" y="12"/>
                  </a:cubicBezTo>
                  <a:cubicBezTo>
                    <a:pt x="303" y="13"/>
                    <a:pt x="304" y="15"/>
                    <a:pt x="304" y="16"/>
                  </a:cubicBezTo>
                  <a:lnTo>
                    <a:pt x="292" y="16"/>
                  </a:lnTo>
                  <a:close/>
                  <a:moveTo>
                    <a:pt x="270" y="4"/>
                  </a:moveTo>
                  <a:cubicBezTo>
                    <a:pt x="273" y="4"/>
                    <a:pt x="273" y="4"/>
                    <a:pt x="273" y="4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0" y="0"/>
                    <a:pt x="270" y="0"/>
                    <a:pt x="270" y="0"/>
                  </a:cubicBezTo>
                  <a:lnTo>
                    <a:pt x="270" y="4"/>
                  </a:lnTo>
                  <a:close/>
                  <a:moveTo>
                    <a:pt x="351" y="7"/>
                  </a:moveTo>
                  <a:cubicBezTo>
                    <a:pt x="349" y="7"/>
                    <a:pt x="347" y="8"/>
                    <a:pt x="345" y="10"/>
                  </a:cubicBezTo>
                  <a:cubicBezTo>
                    <a:pt x="343" y="12"/>
                    <a:pt x="342" y="14"/>
                    <a:pt x="342" y="18"/>
                  </a:cubicBezTo>
                  <a:cubicBezTo>
                    <a:pt x="342" y="22"/>
                    <a:pt x="343" y="24"/>
                    <a:pt x="344" y="26"/>
                  </a:cubicBezTo>
                  <a:cubicBezTo>
                    <a:pt x="346" y="28"/>
                    <a:pt x="349" y="29"/>
                    <a:pt x="351" y="29"/>
                  </a:cubicBezTo>
                  <a:cubicBezTo>
                    <a:pt x="353" y="29"/>
                    <a:pt x="355" y="29"/>
                    <a:pt x="356" y="28"/>
                  </a:cubicBezTo>
                  <a:cubicBezTo>
                    <a:pt x="358" y="27"/>
                    <a:pt x="359" y="26"/>
                    <a:pt x="360" y="24"/>
                  </a:cubicBezTo>
                  <a:cubicBezTo>
                    <a:pt x="361" y="23"/>
                    <a:pt x="361" y="21"/>
                    <a:pt x="361" y="18"/>
                  </a:cubicBezTo>
                  <a:cubicBezTo>
                    <a:pt x="361" y="15"/>
                    <a:pt x="360" y="12"/>
                    <a:pt x="358" y="10"/>
                  </a:cubicBezTo>
                  <a:cubicBezTo>
                    <a:pt x="357" y="8"/>
                    <a:pt x="354" y="7"/>
                    <a:pt x="351" y="7"/>
                  </a:cubicBezTo>
                  <a:close/>
                  <a:moveTo>
                    <a:pt x="356" y="24"/>
                  </a:moveTo>
                  <a:cubicBezTo>
                    <a:pt x="355" y="26"/>
                    <a:pt x="353" y="26"/>
                    <a:pt x="351" y="26"/>
                  </a:cubicBezTo>
                  <a:cubicBezTo>
                    <a:pt x="350" y="26"/>
                    <a:pt x="348" y="26"/>
                    <a:pt x="347" y="24"/>
                  </a:cubicBezTo>
                  <a:cubicBezTo>
                    <a:pt x="346" y="23"/>
                    <a:pt x="345" y="21"/>
                    <a:pt x="345" y="18"/>
                  </a:cubicBezTo>
                  <a:cubicBezTo>
                    <a:pt x="345" y="16"/>
                    <a:pt x="346" y="14"/>
                    <a:pt x="347" y="12"/>
                  </a:cubicBezTo>
                  <a:cubicBezTo>
                    <a:pt x="348" y="11"/>
                    <a:pt x="350" y="10"/>
                    <a:pt x="351" y="10"/>
                  </a:cubicBezTo>
                  <a:cubicBezTo>
                    <a:pt x="353" y="10"/>
                    <a:pt x="355" y="11"/>
                    <a:pt x="356" y="12"/>
                  </a:cubicBezTo>
                  <a:cubicBezTo>
                    <a:pt x="357" y="14"/>
                    <a:pt x="358" y="16"/>
                    <a:pt x="358" y="18"/>
                  </a:cubicBezTo>
                  <a:cubicBezTo>
                    <a:pt x="358" y="21"/>
                    <a:pt x="357" y="23"/>
                    <a:pt x="356" y="24"/>
                  </a:cubicBezTo>
                  <a:close/>
                  <a:moveTo>
                    <a:pt x="243" y="10"/>
                  </a:moveTo>
                  <a:cubicBezTo>
                    <a:pt x="242" y="9"/>
                    <a:pt x="241" y="9"/>
                    <a:pt x="240" y="8"/>
                  </a:cubicBezTo>
                  <a:cubicBezTo>
                    <a:pt x="239" y="8"/>
                    <a:pt x="238" y="7"/>
                    <a:pt x="237" y="7"/>
                  </a:cubicBezTo>
                  <a:cubicBezTo>
                    <a:pt x="234" y="7"/>
                    <a:pt x="232" y="8"/>
                    <a:pt x="231" y="10"/>
                  </a:cubicBezTo>
                  <a:cubicBezTo>
                    <a:pt x="231" y="0"/>
                    <a:pt x="231" y="0"/>
                    <a:pt x="231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31" y="29"/>
                    <a:pt x="231" y="29"/>
                    <a:pt x="231" y="29"/>
                  </a:cubicBezTo>
                  <a:cubicBezTo>
                    <a:pt x="231" y="26"/>
                    <a:pt x="231" y="26"/>
                    <a:pt x="231" y="26"/>
                  </a:cubicBezTo>
                  <a:cubicBezTo>
                    <a:pt x="232" y="28"/>
                    <a:pt x="234" y="29"/>
                    <a:pt x="236" y="29"/>
                  </a:cubicBezTo>
                  <a:cubicBezTo>
                    <a:pt x="239" y="29"/>
                    <a:pt x="241" y="28"/>
                    <a:pt x="243" y="26"/>
                  </a:cubicBezTo>
                  <a:cubicBezTo>
                    <a:pt x="244" y="24"/>
                    <a:pt x="245" y="22"/>
                    <a:pt x="245" y="18"/>
                  </a:cubicBezTo>
                  <a:cubicBezTo>
                    <a:pt x="245" y="16"/>
                    <a:pt x="245" y="15"/>
                    <a:pt x="245" y="14"/>
                  </a:cubicBezTo>
                  <a:cubicBezTo>
                    <a:pt x="244" y="12"/>
                    <a:pt x="244" y="11"/>
                    <a:pt x="243" y="10"/>
                  </a:cubicBezTo>
                  <a:close/>
                  <a:moveTo>
                    <a:pt x="240" y="24"/>
                  </a:moveTo>
                  <a:cubicBezTo>
                    <a:pt x="239" y="26"/>
                    <a:pt x="238" y="26"/>
                    <a:pt x="236" y="26"/>
                  </a:cubicBezTo>
                  <a:cubicBezTo>
                    <a:pt x="234" y="26"/>
                    <a:pt x="233" y="25"/>
                    <a:pt x="232" y="24"/>
                  </a:cubicBezTo>
                  <a:cubicBezTo>
                    <a:pt x="231" y="22"/>
                    <a:pt x="231" y="21"/>
                    <a:pt x="231" y="18"/>
                  </a:cubicBezTo>
                  <a:cubicBezTo>
                    <a:pt x="231" y="16"/>
                    <a:pt x="231" y="14"/>
                    <a:pt x="232" y="12"/>
                  </a:cubicBezTo>
                  <a:cubicBezTo>
                    <a:pt x="233" y="11"/>
                    <a:pt x="235" y="10"/>
                    <a:pt x="236" y="10"/>
                  </a:cubicBezTo>
                  <a:cubicBezTo>
                    <a:pt x="238" y="10"/>
                    <a:pt x="239" y="11"/>
                    <a:pt x="240" y="12"/>
                  </a:cubicBezTo>
                  <a:cubicBezTo>
                    <a:pt x="241" y="14"/>
                    <a:pt x="242" y="16"/>
                    <a:pt x="242" y="18"/>
                  </a:cubicBezTo>
                  <a:cubicBezTo>
                    <a:pt x="242" y="21"/>
                    <a:pt x="241" y="23"/>
                    <a:pt x="240" y="24"/>
                  </a:cubicBezTo>
                  <a:close/>
                  <a:moveTo>
                    <a:pt x="270" y="29"/>
                  </a:moveTo>
                  <a:cubicBezTo>
                    <a:pt x="273" y="29"/>
                    <a:pt x="273" y="29"/>
                    <a:pt x="273" y="29"/>
                  </a:cubicBezTo>
                  <a:cubicBezTo>
                    <a:pt x="273" y="8"/>
                    <a:pt x="273" y="8"/>
                    <a:pt x="273" y="8"/>
                  </a:cubicBezTo>
                  <a:cubicBezTo>
                    <a:pt x="270" y="8"/>
                    <a:pt x="270" y="8"/>
                    <a:pt x="270" y="8"/>
                  </a:cubicBezTo>
                  <a:lnTo>
                    <a:pt x="270" y="29"/>
                  </a:lnTo>
                  <a:close/>
                  <a:moveTo>
                    <a:pt x="313" y="29"/>
                  </a:moveTo>
                  <a:cubicBezTo>
                    <a:pt x="317" y="29"/>
                    <a:pt x="317" y="29"/>
                    <a:pt x="317" y="29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3" y="25"/>
                    <a:pt x="313" y="25"/>
                    <a:pt x="313" y="25"/>
                  </a:cubicBezTo>
                  <a:lnTo>
                    <a:pt x="313" y="29"/>
                  </a:lnTo>
                  <a:close/>
                  <a:moveTo>
                    <a:pt x="262" y="18"/>
                  </a:moveTo>
                  <a:cubicBezTo>
                    <a:pt x="261" y="17"/>
                    <a:pt x="260" y="17"/>
                    <a:pt x="257" y="16"/>
                  </a:cubicBezTo>
                  <a:cubicBezTo>
                    <a:pt x="255" y="16"/>
                    <a:pt x="254" y="15"/>
                    <a:pt x="254" y="15"/>
                  </a:cubicBezTo>
                  <a:cubicBezTo>
                    <a:pt x="253" y="15"/>
                    <a:pt x="253" y="15"/>
                    <a:pt x="253" y="14"/>
                  </a:cubicBezTo>
                  <a:cubicBezTo>
                    <a:pt x="252" y="14"/>
                    <a:pt x="252" y="13"/>
                    <a:pt x="252" y="13"/>
                  </a:cubicBezTo>
                  <a:cubicBezTo>
                    <a:pt x="252" y="12"/>
                    <a:pt x="253" y="12"/>
                    <a:pt x="253" y="11"/>
                  </a:cubicBezTo>
                  <a:cubicBezTo>
                    <a:pt x="254" y="11"/>
                    <a:pt x="255" y="10"/>
                    <a:pt x="257" y="10"/>
                  </a:cubicBezTo>
                  <a:cubicBezTo>
                    <a:pt x="258" y="10"/>
                    <a:pt x="259" y="11"/>
                    <a:pt x="260" y="11"/>
                  </a:cubicBezTo>
                  <a:cubicBezTo>
                    <a:pt x="261" y="12"/>
                    <a:pt x="261" y="13"/>
                    <a:pt x="261" y="14"/>
                  </a:cubicBezTo>
                  <a:cubicBezTo>
                    <a:pt x="265" y="13"/>
                    <a:pt x="265" y="13"/>
                    <a:pt x="265" y="13"/>
                  </a:cubicBezTo>
                  <a:cubicBezTo>
                    <a:pt x="264" y="12"/>
                    <a:pt x="264" y="11"/>
                    <a:pt x="263" y="10"/>
                  </a:cubicBezTo>
                  <a:cubicBezTo>
                    <a:pt x="263" y="9"/>
                    <a:pt x="262" y="9"/>
                    <a:pt x="261" y="8"/>
                  </a:cubicBezTo>
                  <a:cubicBezTo>
                    <a:pt x="260" y="8"/>
                    <a:pt x="258" y="7"/>
                    <a:pt x="256" y="7"/>
                  </a:cubicBezTo>
                  <a:cubicBezTo>
                    <a:pt x="255" y="7"/>
                    <a:pt x="254" y="8"/>
                    <a:pt x="253" y="8"/>
                  </a:cubicBezTo>
                  <a:cubicBezTo>
                    <a:pt x="252" y="8"/>
                    <a:pt x="252" y="8"/>
                    <a:pt x="251" y="9"/>
                  </a:cubicBezTo>
                  <a:cubicBezTo>
                    <a:pt x="250" y="9"/>
                    <a:pt x="250" y="10"/>
                    <a:pt x="249" y="11"/>
                  </a:cubicBezTo>
                  <a:cubicBezTo>
                    <a:pt x="249" y="12"/>
                    <a:pt x="249" y="12"/>
                    <a:pt x="249" y="13"/>
                  </a:cubicBezTo>
                  <a:cubicBezTo>
                    <a:pt x="249" y="14"/>
                    <a:pt x="249" y="15"/>
                    <a:pt x="250" y="16"/>
                  </a:cubicBezTo>
                  <a:cubicBezTo>
                    <a:pt x="250" y="17"/>
                    <a:pt x="251" y="18"/>
                    <a:pt x="252" y="18"/>
                  </a:cubicBezTo>
                  <a:cubicBezTo>
                    <a:pt x="253" y="19"/>
                    <a:pt x="255" y="19"/>
                    <a:pt x="257" y="20"/>
                  </a:cubicBezTo>
                  <a:cubicBezTo>
                    <a:pt x="259" y="20"/>
                    <a:pt x="260" y="21"/>
                    <a:pt x="261" y="21"/>
                  </a:cubicBezTo>
                  <a:cubicBezTo>
                    <a:pt x="262" y="22"/>
                    <a:pt x="262" y="22"/>
                    <a:pt x="262" y="23"/>
                  </a:cubicBezTo>
                  <a:cubicBezTo>
                    <a:pt x="262" y="24"/>
                    <a:pt x="261" y="25"/>
                    <a:pt x="261" y="25"/>
                  </a:cubicBezTo>
                  <a:cubicBezTo>
                    <a:pt x="260" y="26"/>
                    <a:pt x="259" y="26"/>
                    <a:pt x="257" y="26"/>
                  </a:cubicBezTo>
                  <a:cubicBezTo>
                    <a:pt x="255" y="26"/>
                    <a:pt x="254" y="26"/>
                    <a:pt x="253" y="25"/>
                  </a:cubicBezTo>
                  <a:cubicBezTo>
                    <a:pt x="252" y="24"/>
                    <a:pt x="252" y="23"/>
                    <a:pt x="252" y="22"/>
                  </a:cubicBezTo>
                  <a:cubicBezTo>
                    <a:pt x="248" y="22"/>
                    <a:pt x="248" y="22"/>
                    <a:pt x="248" y="22"/>
                  </a:cubicBezTo>
                  <a:cubicBezTo>
                    <a:pt x="249" y="25"/>
                    <a:pt x="250" y="26"/>
                    <a:pt x="251" y="27"/>
                  </a:cubicBezTo>
                  <a:cubicBezTo>
                    <a:pt x="252" y="29"/>
                    <a:pt x="254" y="29"/>
                    <a:pt x="257" y="29"/>
                  </a:cubicBezTo>
                  <a:cubicBezTo>
                    <a:pt x="259" y="29"/>
                    <a:pt x="260" y="29"/>
                    <a:pt x="261" y="28"/>
                  </a:cubicBezTo>
                  <a:cubicBezTo>
                    <a:pt x="263" y="28"/>
                    <a:pt x="264" y="27"/>
                    <a:pt x="264" y="26"/>
                  </a:cubicBezTo>
                  <a:cubicBezTo>
                    <a:pt x="265" y="25"/>
                    <a:pt x="265" y="24"/>
                    <a:pt x="265" y="23"/>
                  </a:cubicBezTo>
                  <a:cubicBezTo>
                    <a:pt x="265" y="21"/>
                    <a:pt x="265" y="20"/>
                    <a:pt x="265" y="20"/>
                  </a:cubicBezTo>
                  <a:cubicBezTo>
                    <a:pt x="264" y="19"/>
                    <a:pt x="263" y="18"/>
                    <a:pt x="26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71" tIns="48385" rIns="96771" bIns="48385" numCol="1" anchor="t" anchorCtr="0" compatLnSpc="1"/>
            <a:lstStyle/>
            <a:p>
              <a:pPr eaLnBrk="0" fontAlgn="base" hangingPunct="0"/>
              <a:endParaRPr lang="ko-KR" alt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/>
          <p:cNvSpPr/>
          <p:nvPr userDrawn="1"/>
        </p:nvSpPr>
        <p:spPr>
          <a:xfrm>
            <a:off x="180976" y="180975"/>
            <a:ext cx="11818313" cy="6496050"/>
          </a:xfrm>
          <a:prstGeom prst="roundRect">
            <a:avLst>
              <a:gd name="adj" fmla="val 440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Freeform 37"/>
          <p:cNvSpPr/>
          <p:nvPr userDrawn="1"/>
        </p:nvSpPr>
        <p:spPr bwMode="auto">
          <a:xfrm>
            <a:off x="501251" y="2663826"/>
            <a:ext cx="11690748" cy="282575"/>
          </a:xfrm>
          <a:custGeom>
            <a:avLst/>
            <a:gdLst>
              <a:gd name="connsiteX0" fmla="*/ 311432 w 11690748"/>
              <a:gd name="connsiteY0" fmla="*/ 0 h 282575"/>
              <a:gd name="connsiteX1" fmla="*/ 3362607 w 11690748"/>
              <a:gd name="connsiteY1" fmla="*/ 0 h 282575"/>
              <a:gd name="connsiteX2" fmla="*/ 8639573 w 11690748"/>
              <a:gd name="connsiteY2" fmla="*/ 0 h 282575"/>
              <a:gd name="connsiteX3" fmla="*/ 11690748 w 11690748"/>
              <a:gd name="connsiteY3" fmla="*/ 0 h 282575"/>
              <a:gd name="connsiteX4" fmla="*/ 11690748 w 11690748"/>
              <a:gd name="connsiteY4" fmla="*/ 282575 h 282575"/>
              <a:gd name="connsiteX5" fmla="*/ 8941811 w 11690748"/>
              <a:gd name="connsiteY5" fmla="*/ 282575 h 282575"/>
              <a:gd name="connsiteX6" fmla="*/ 8639573 w 11690748"/>
              <a:gd name="connsiteY6" fmla="*/ 282575 h 282575"/>
              <a:gd name="connsiteX7" fmla="*/ 6876042 w 11690748"/>
              <a:gd name="connsiteY7" fmla="*/ 282575 h 282575"/>
              <a:gd name="connsiteX8" fmla="*/ 5890636 w 11690748"/>
              <a:gd name="connsiteY8" fmla="*/ 282575 h 282575"/>
              <a:gd name="connsiteX9" fmla="*/ 5395844 w 11690748"/>
              <a:gd name="connsiteY9" fmla="*/ 282575 h 282575"/>
              <a:gd name="connsiteX10" fmla="*/ 4403625 w 11690748"/>
              <a:gd name="connsiteY10" fmla="*/ 282575 h 282575"/>
              <a:gd name="connsiteX11" fmla="*/ 3824867 w 11690748"/>
              <a:gd name="connsiteY11" fmla="*/ 282575 h 282575"/>
              <a:gd name="connsiteX12" fmla="*/ 3801786 w 11690748"/>
              <a:gd name="connsiteY12" fmla="*/ 282575 h 282575"/>
              <a:gd name="connsiteX13" fmla="*/ 3362607 w 11690748"/>
              <a:gd name="connsiteY13" fmla="*/ 282575 h 282575"/>
              <a:gd name="connsiteX14" fmla="*/ 3118222 w 11690748"/>
              <a:gd name="connsiteY14" fmla="*/ 282575 h 282575"/>
              <a:gd name="connsiteX15" fmla="*/ 2344669 w 11690748"/>
              <a:gd name="connsiteY15" fmla="*/ 282575 h 282575"/>
              <a:gd name="connsiteX16" fmla="*/ 311432 w 11690748"/>
              <a:gd name="connsiteY16" fmla="*/ 282575 h 282575"/>
              <a:gd name="connsiteX17" fmla="*/ 67046 w 11690748"/>
              <a:gd name="connsiteY17" fmla="*/ 282575 h 282575"/>
              <a:gd name="connsiteX18" fmla="*/ 3570 w 11690748"/>
              <a:gd name="connsiteY18" fmla="*/ 238125 h 282575"/>
              <a:gd name="connsiteX19" fmla="*/ 3570 w 11690748"/>
              <a:gd name="connsiteY19" fmla="*/ 234950 h 282575"/>
              <a:gd name="connsiteX20" fmla="*/ 32134 w 11690748"/>
              <a:gd name="connsiteY20" fmla="*/ 161925 h 282575"/>
              <a:gd name="connsiteX21" fmla="*/ 311432 w 11690748"/>
              <a:gd name="connsiteY21" fmla="*/ 0 h 28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690748" h="282575">
                <a:moveTo>
                  <a:pt x="311432" y="0"/>
                </a:moveTo>
                <a:lnTo>
                  <a:pt x="3362607" y="0"/>
                </a:lnTo>
                <a:lnTo>
                  <a:pt x="8639573" y="0"/>
                </a:lnTo>
                <a:lnTo>
                  <a:pt x="11690748" y="0"/>
                </a:lnTo>
                <a:cubicBezTo>
                  <a:pt x="11690748" y="282575"/>
                  <a:pt x="11690748" y="282575"/>
                  <a:pt x="11690748" y="282575"/>
                </a:cubicBezTo>
                <a:cubicBezTo>
                  <a:pt x="10649730" y="282575"/>
                  <a:pt x="9738840" y="282575"/>
                  <a:pt x="8941811" y="282575"/>
                </a:cubicBezTo>
                <a:lnTo>
                  <a:pt x="8639573" y="282575"/>
                </a:lnTo>
                <a:lnTo>
                  <a:pt x="6876042" y="282575"/>
                </a:lnTo>
                <a:lnTo>
                  <a:pt x="5890636" y="282575"/>
                </a:lnTo>
                <a:lnTo>
                  <a:pt x="5395844" y="282575"/>
                </a:lnTo>
                <a:cubicBezTo>
                  <a:pt x="4989197" y="282575"/>
                  <a:pt x="4663879" y="282575"/>
                  <a:pt x="4403625" y="282575"/>
                </a:cubicBezTo>
                <a:lnTo>
                  <a:pt x="3824867" y="282575"/>
                </a:lnTo>
                <a:lnTo>
                  <a:pt x="3801786" y="282575"/>
                </a:lnTo>
                <a:cubicBezTo>
                  <a:pt x="3362607" y="282575"/>
                  <a:pt x="3362607" y="282575"/>
                  <a:pt x="3362607" y="282575"/>
                </a:cubicBezTo>
                <a:cubicBezTo>
                  <a:pt x="3118222" y="282575"/>
                  <a:pt x="3118222" y="282575"/>
                  <a:pt x="3118222" y="282575"/>
                </a:cubicBezTo>
                <a:lnTo>
                  <a:pt x="2344669" y="282575"/>
                </a:lnTo>
                <a:cubicBezTo>
                  <a:pt x="311432" y="282575"/>
                  <a:pt x="311432" y="282575"/>
                  <a:pt x="311432" y="282575"/>
                </a:cubicBezTo>
                <a:cubicBezTo>
                  <a:pt x="67046" y="282575"/>
                  <a:pt x="67046" y="282575"/>
                  <a:pt x="67046" y="282575"/>
                </a:cubicBezTo>
                <a:cubicBezTo>
                  <a:pt x="32134" y="282575"/>
                  <a:pt x="9917" y="263525"/>
                  <a:pt x="3570" y="238125"/>
                </a:cubicBezTo>
                <a:cubicBezTo>
                  <a:pt x="3570" y="234950"/>
                  <a:pt x="3570" y="234950"/>
                  <a:pt x="3570" y="234950"/>
                </a:cubicBezTo>
                <a:cubicBezTo>
                  <a:pt x="-5952" y="206375"/>
                  <a:pt x="3570" y="177800"/>
                  <a:pt x="32134" y="161925"/>
                </a:cubicBezTo>
                <a:cubicBezTo>
                  <a:pt x="311432" y="0"/>
                  <a:pt x="311432" y="0"/>
                  <a:pt x="311432" y="0"/>
                </a:cubicBezTo>
                <a:close/>
              </a:path>
            </a:pathLst>
          </a:custGeom>
          <a:gradFill>
            <a:gsLst>
              <a:gs pos="0">
                <a:srgbClr val="425C90"/>
              </a:gs>
              <a:gs pos="80000">
                <a:srgbClr val="425C90"/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>
            <a:noAutofit/>
          </a:bodyPr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Freeform 21"/>
          <p:cNvSpPr/>
          <p:nvPr userDrawn="1"/>
        </p:nvSpPr>
        <p:spPr bwMode="auto">
          <a:xfrm>
            <a:off x="495301" y="2663826"/>
            <a:ext cx="317500" cy="282575"/>
          </a:xfrm>
          <a:custGeom>
            <a:avLst/>
            <a:gdLst>
              <a:gd name="T0" fmla="*/ 100 w 100"/>
              <a:gd name="T1" fmla="*/ 0 h 89"/>
              <a:gd name="T2" fmla="*/ 100 w 100"/>
              <a:gd name="T3" fmla="*/ 89 h 89"/>
              <a:gd name="T4" fmla="*/ 23 w 100"/>
              <a:gd name="T5" fmla="*/ 89 h 89"/>
              <a:gd name="T6" fmla="*/ 3 w 100"/>
              <a:gd name="T7" fmla="*/ 75 h 89"/>
              <a:gd name="T8" fmla="*/ 3 w 100"/>
              <a:gd name="T9" fmla="*/ 74 h 89"/>
              <a:gd name="T10" fmla="*/ 12 w 100"/>
              <a:gd name="T11" fmla="*/ 51 h 89"/>
              <a:gd name="T12" fmla="*/ 100 w 100"/>
              <a:gd name="T13" fmla="*/ 0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" h="89">
                <a:moveTo>
                  <a:pt x="100" y="0"/>
                </a:moveTo>
                <a:cubicBezTo>
                  <a:pt x="100" y="89"/>
                  <a:pt x="100" y="89"/>
                  <a:pt x="100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12" y="89"/>
                  <a:pt x="5" y="83"/>
                  <a:pt x="3" y="75"/>
                </a:cubicBezTo>
                <a:cubicBezTo>
                  <a:pt x="3" y="74"/>
                  <a:pt x="3" y="74"/>
                  <a:pt x="3" y="74"/>
                </a:cubicBezTo>
                <a:cubicBezTo>
                  <a:pt x="0" y="65"/>
                  <a:pt x="3" y="56"/>
                  <a:pt x="12" y="51"/>
                </a:cubicBezTo>
                <a:lnTo>
                  <a:pt x="100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Freeform 22"/>
          <p:cNvSpPr/>
          <p:nvPr userDrawn="1"/>
        </p:nvSpPr>
        <p:spPr bwMode="auto">
          <a:xfrm>
            <a:off x="495301" y="2663825"/>
            <a:ext cx="885825" cy="234950"/>
          </a:xfrm>
          <a:custGeom>
            <a:avLst/>
            <a:gdLst>
              <a:gd name="T0" fmla="*/ 279 w 279"/>
              <a:gd name="T1" fmla="*/ 0 h 74"/>
              <a:gd name="T2" fmla="*/ 3 w 279"/>
              <a:gd name="T3" fmla="*/ 74 h 74"/>
              <a:gd name="T4" fmla="*/ 12 w 279"/>
              <a:gd name="T5" fmla="*/ 51 h 74"/>
              <a:gd name="T6" fmla="*/ 100 w 279"/>
              <a:gd name="T7" fmla="*/ 0 h 74"/>
              <a:gd name="T8" fmla="*/ 279 w 279"/>
              <a:gd name="T9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9" h="74">
                <a:moveTo>
                  <a:pt x="279" y="0"/>
                </a:moveTo>
                <a:cubicBezTo>
                  <a:pt x="3" y="74"/>
                  <a:pt x="3" y="74"/>
                  <a:pt x="3" y="74"/>
                </a:cubicBezTo>
                <a:cubicBezTo>
                  <a:pt x="0" y="65"/>
                  <a:pt x="3" y="56"/>
                  <a:pt x="12" y="51"/>
                </a:cubicBezTo>
                <a:cubicBezTo>
                  <a:pt x="100" y="0"/>
                  <a:pt x="100" y="0"/>
                  <a:pt x="100" y="0"/>
                </a:cubicBezTo>
                <a:lnTo>
                  <a:pt x="279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Freeform 23"/>
          <p:cNvSpPr/>
          <p:nvPr userDrawn="1"/>
        </p:nvSpPr>
        <p:spPr bwMode="auto">
          <a:xfrm>
            <a:off x="431801" y="2384425"/>
            <a:ext cx="688975" cy="514350"/>
          </a:xfrm>
          <a:custGeom>
            <a:avLst/>
            <a:gdLst>
              <a:gd name="T0" fmla="*/ 205 w 217"/>
              <a:gd name="T1" fmla="*/ 39 h 162"/>
              <a:gd name="T2" fmla="*/ 197 w 217"/>
              <a:gd name="T3" fmla="*/ 43 h 162"/>
              <a:gd name="T4" fmla="*/ 32 w 217"/>
              <a:gd name="T5" fmla="*/ 139 h 162"/>
              <a:gd name="T6" fmla="*/ 32 w 217"/>
              <a:gd name="T7" fmla="*/ 139 h 162"/>
              <a:gd name="T8" fmla="*/ 23 w 217"/>
              <a:gd name="T9" fmla="*/ 162 h 162"/>
              <a:gd name="T10" fmla="*/ 19 w 217"/>
              <a:gd name="T11" fmla="*/ 147 h 162"/>
              <a:gd name="T12" fmla="*/ 2 w 217"/>
              <a:gd name="T13" fmla="*/ 83 h 162"/>
              <a:gd name="T14" fmla="*/ 0 w 217"/>
              <a:gd name="T15" fmla="*/ 75 h 162"/>
              <a:gd name="T16" fmla="*/ 18 w 217"/>
              <a:gd name="T17" fmla="*/ 43 h 162"/>
              <a:gd name="T18" fmla="*/ 93 w 217"/>
              <a:gd name="T19" fmla="*/ 0 h 162"/>
              <a:gd name="T20" fmla="*/ 195 w 217"/>
              <a:gd name="T21" fmla="*/ 0 h 162"/>
              <a:gd name="T22" fmla="*/ 214 w 217"/>
              <a:gd name="T23" fmla="*/ 15 h 162"/>
              <a:gd name="T24" fmla="*/ 215 w 217"/>
              <a:gd name="T25" fmla="*/ 16 h 162"/>
              <a:gd name="T26" fmla="*/ 205 w 217"/>
              <a:gd name="T27" fmla="*/ 39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" h="162">
                <a:moveTo>
                  <a:pt x="205" y="39"/>
                </a:moveTo>
                <a:cubicBezTo>
                  <a:pt x="197" y="43"/>
                  <a:pt x="197" y="43"/>
                  <a:pt x="197" y="43"/>
                </a:cubicBezTo>
                <a:cubicBezTo>
                  <a:pt x="32" y="139"/>
                  <a:pt x="32" y="139"/>
                  <a:pt x="32" y="139"/>
                </a:cubicBezTo>
                <a:cubicBezTo>
                  <a:pt x="32" y="139"/>
                  <a:pt x="32" y="139"/>
                  <a:pt x="32" y="139"/>
                </a:cubicBezTo>
                <a:cubicBezTo>
                  <a:pt x="23" y="144"/>
                  <a:pt x="20" y="153"/>
                  <a:pt x="23" y="162"/>
                </a:cubicBezTo>
                <a:cubicBezTo>
                  <a:pt x="19" y="147"/>
                  <a:pt x="19" y="147"/>
                  <a:pt x="19" y="147"/>
                </a:cubicBezTo>
                <a:cubicBezTo>
                  <a:pt x="2" y="83"/>
                  <a:pt x="2" y="83"/>
                  <a:pt x="2" y="83"/>
                </a:cubicBezTo>
                <a:cubicBezTo>
                  <a:pt x="1" y="80"/>
                  <a:pt x="0" y="78"/>
                  <a:pt x="0" y="75"/>
                </a:cubicBezTo>
                <a:cubicBezTo>
                  <a:pt x="0" y="62"/>
                  <a:pt x="7" y="50"/>
                  <a:pt x="18" y="43"/>
                </a:cubicBezTo>
                <a:cubicBezTo>
                  <a:pt x="93" y="0"/>
                  <a:pt x="93" y="0"/>
                  <a:pt x="93" y="0"/>
                </a:cubicBezTo>
                <a:cubicBezTo>
                  <a:pt x="195" y="0"/>
                  <a:pt x="195" y="0"/>
                  <a:pt x="195" y="0"/>
                </a:cubicBezTo>
                <a:cubicBezTo>
                  <a:pt x="205" y="0"/>
                  <a:pt x="212" y="7"/>
                  <a:pt x="214" y="15"/>
                </a:cubicBezTo>
                <a:cubicBezTo>
                  <a:pt x="215" y="16"/>
                  <a:pt x="215" y="16"/>
                  <a:pt x="215" y="16"/>
                </a:cubicBezTo>
                <a:cubicBezTo>
                  <a:pt x="217" y="24"/>
                  <a:pt x="214" y="34"/>
                  <a:pt x="205" y="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Freeform 24"/>
          <p:cNvSpPr/>
          <p:nvPr userDrawn="1"/>
        </p:nvSpPr>
        <p:spPr bwMode="auto">
          <a:xfrm>
            <a:off x="0" y="2101850"/>
            <a:ext cx="1111250" cy="330200"/>
          </a:xfrm>
          <a:custGeom>
            <a:avLst/>
            <a:gdLst>
              <a:gd name="T0" fmla="*/ 350 w 350"/>
              <a:gd name="T1" fmla="*/ 104 h 104"/>
              <a:gd name="T2" fmla="*/ 331 w 350"/>
              <a:gd name="T3" fmla="*/ 89 h 104"/>
              <a:gd name="T4" fmla="*/ 0 w 350"/>
              <a:gd name="T5" fmla="*/ 89 h 104"/>
              <a:gd name="T6" fmla="*/ 0 w 350"/>
              <a:gd name="T7" fmla="*/ 0 h 104"/>
              <a:gd name="T8" fmla="*/ 295 w 350"/>
              <a:gd name="T9" fmla="*/ 0 h 104"/>
              <a:gd name="T10" fmla="*/ 329 w 350"/>
              <a:gd name="T11" fmla="*/ 26 h 104"/>
              <a:gd name="T12" fmla="*/ 346 w 350"/>
              <a:gd name="T13" fmla="*/ 89 h 104"/>
              <a:gd name="T14" fmla="*/ 350 w 350"/>
              <a:gd name="T15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50" h="104">
                <a:moveTo>
                  <a:pt x="350" y="104"/>
                </a:moveTo>
                <a:cubicBezTo>
                  <a:pt x="348" y="96"/>
                  <a:pt x="341" y="89"/>
                  <a:pt x="331" y="89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0"/>
                  <a:pt x="0" y="0"/>
                  <a:pt x="0" y="0"/>
                </a:cubicBezTo>
                <a:cubicBezTo>
                  <a:pt x="295" y="0"/>
                  <a:pt x="295" y="0"/>
                  <a:pt x="295" y="0"/>
                </a:cubicBezTo>
                <a:cubicBezTo>
                  <a:pt x="311" y="0"/>
                  <a:pt x="325" y="11"/>
                  <a:pt x="329" y="26"/>
                </a:cubicBezTo>
                <a:cubicBezTo>
                  <a:pt x="346" y="89"/>
                  <a:pt x="346" y="89"/>
                  <a:pt x="346" y="89"/>
                </a:cubicBezTo>
                <a:lnTo>
                  <a:pt x="350" y="1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Freeform 25"/>
          <p:cNvSpPr/>
          <p:nvPr userDrawn="1"/>
        </p:nvSpPr>
        <p:spPr bwMode="auto">
          <a:xfrm>
            <a:off x="431801" y="2384425"/>
            <a:ext cx="682625" cy="231775"/>
          </a:xfrm>
          <a:custGeom>
            <a:avLst/>
            <a:gdLst>
              <a:gd name="T0" fmla="*/ 215 w 215"/>
              <a:gd name="T1" fmla="*/ 16 h 73"/>
              <a:gd name="T2" fmla="*/ 0 w 215"/>
              <a:gd name="T3" fmla="*/ 73 h 73"/>
              <a:gd name="T4" fmla="*/ 18 w 215"/>
              <a:gd name="T5" fmla="*/ 43 h 73"/>
              <a:gd name="T6" fmla="*/ 93 w 215"/>
              <a:gd name="T7" fmla="*/ 0 h 73"/>
              <a:gd name="T8" fmla="*/ 195 w 215"/>
              <a:gd name="T9" fmla="*/ 0 h 73"/>
              <a:gd name="T10" fmla="*/ 214 w 215"/>
              <a:gd name="T11" fmla="*/ 15 h 73"/>
              <a:gd name="T12" fmla="*/ 215 w 215"/>
              <a:gd name="T13" fmla="*/ 16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5" h="73">
                <a:moveTo>
                  <a:pt x="215" y="16"/>
                </a:moveTo>
                <a:cubicBezTo>
                  <a:pt x="0" y="73"/>
                  <a:pt x="0" y="73"/>
                  <a:pt x="0" y="73"/>
                </a:cubicBezTo>
                <a:cubicBezTo>
                  <a:pt x="1" y="61"/>
                  <a:pt x="7" y="50"/>
                  <a:pt x="18" y="43"/>
                </a:cubicBezTo>
                <a:cubicBezTo>
                  <a:pt x="93" y="0"/>
                  <a:pt x="93" y="0"/>
                  <a:pt x="93" y="0"/>
                </a:cubicBezTo>
                <a:cubicBezTo>
                  <a:pt x="195" y="0"/>
                  <a:pt x="195" y="0"/>
                  <a:pt x="195" y="0"/>
                </a:cubicBezTo>
                <a:cubicBezTo>
                  <a:pt x="205" y="0"/>
                  <a:pt x="212" y="7"/>
                  <a:pt x="214" y="15"/>
                </a:cubicBezTo>
                <a:lnTo>
                  <a:pt x="215" y="16"/>
                </a:lnTo>
                <a:close/>
              </a:path>
            </a:pathLst>
          </a:cu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1844911" y="2805113"/>
            <a:ext cx="10347089" cy="0"/>
          </a:xfrm>
          <a:prstGeom prst="line">
            <a:avLst/>
          </a:prstGeom>
          <a:ln w="12700">
            <a:gradFill>
              <a:gsLst>
                <a:gs pos="0">
                  <a:schemeClr val="tx2">
                    <a:alpha val="0"/>
                  </a:schemeClr>
                </a:gs>
                <a:gs pos="100000">
                  <a:schemeClr val="tx2">
                    <a:alpha val="30000"/>
                  </a:schemeClr>
                </a:gs>
              </a:gsLst>
              <a:lin ang="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687138" y="1303181"/>
            <a:ext cx="8877665" cy="593683"/>
          </a:xfrm>
          <a:prstGeom prst="rect">
            <a:avLst/>
          </a:prstGeom>
        </p:spPr>
        <p:txBody>
          <a:bodyPr anchor="b"/>
          <a:lstStyle>
            <a:lvl1pPr>
              <a:defRPr sz="393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Contents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87832" y="2010197"/>
            <a:ext cx="8876407" cy="5643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405"/>
              </a:lnSpc>
              <a:spcBef>
                <a:spcPts val="0"/>
              </a:spcBef>
              <a:buFont typeface="Arial" panose="020B0604020202020204" pitchFamily="34" charset="0"/>
              <a:buNone/>
              <a:defRPr sz="965" baseline="0">
                <a:solidFill>
                  <a:schemeClr val="bg1">
                    <a:alpha val="50000"/>
                  </a:schemeClr>
                </a:solidFill>
              </a:defRPr>
            </a:lvl1pPr>
            <a:lvl2pPr marL="400050" indent="0">
              <a:buFont typeface="Arial" panose="020B0604020202020204" pitchFamily="34" charset="0"/>
              <a:buNone/>
              <a:defRPr sz="965">
                <a:solidFill>
                  <a:schemeClr val="bg2"/>
                </a:solidFill>
              </a:defRPr>
            </a:lvl2pPr>
            <a:lvl3pPr marL="800100" indent="0">
              <a:buFont typeface="Arial" panose="020B0604020202020204" pitchFamily="34" charset="0"/>
              <a:buNone/>
              <a:defRPr sz="965">
                <a:solidFill>
                  <a:schemeClr val="bg2"/>
                </a:solidFill>
              </a:defRPr>
            </a:lvl3pPr>
            <a:lvl4pPr marL="1200150" indent="0">
              <a:buFont typeface="Arial" panose="020B0604020202020204" pitchFamily="34" charset="0"/>
              <a:buNone/>
              <a:defRPr sz="965">
                <a:solidFill>
                  <a:schemeClr val="bg2"/>
                </a:solidFill>
              </a:defRPr>
            </a:lvl4pPr>
            <a:lvl5pPr marL="1600200" indent="0">
              <a:buFont typeface="Arial" panose="020B0604020202020204" pitchFamily="34" charset="0"/>
              <a:buNone/>
              <a:defRPr sz="965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Insert Your Text Here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7832" y="3096424"/>
            <a:ext cx="8876407" cy="28678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ct val="228000"/>
              </a:spcBef>
              <a:buNone/>
              <a:defRPr sz="1230" b="0">
                <a:solidFill>
                  <a:schemeClr val="bg1"/>
                </a:solidFill>
              </a:defRPr>
            </a:lvl1pPr>
            <a:lvl2pPr>
              <a:defRPr sz="1230"/>
            </a:lvl2pPr>
            <a:lvl3pPr>
              <a:defRPr sz="1230"/>
            </a:lvl3pPr>
            <a:lvl4pPr>
              <a:defRPr sz="1230"/>
            </a:lvl4pPr>
            <a:lvl5pPr>
              <a:defRPr sz="1230"/>
            </a:lvl5pPr>
          </a:lstStyle>
          <a:p>
            <a:pPr lvl="0"/>
            <a:r>
              <a:rPr lang="en-US" dirty="0"/>
              <a:t>1) Insert Your Text Here</a:t>
            </a:r>
            <a:endParaRPr lang="en-US" dirty="0"/>
          </a:p>
        </p:txBody>
      </p:sp>
      <p:grpSp>
        <p:nvGrpSpPr>
          <p:cNvPr id="14" name="그룹 25"/>
          <p:cNvGrpSpPr/>
          <p:nvPr userDrawn="1"/>
        </p:nvGrpSpPr>
        <p:grpSpPr>
          <a:xfrm>
            <a:off x="9405938" y="5924509"/>
            <a:ext cx="1585913" cy="605019"/>
            <a:chOff x="7099300" y="5270500"/>
            <a:chExt cx="1462086" cy="557781"/>
          </a:xfrm>
          <a:solidFill>
            <a:schemeClr val="bg1"/>
          </a:solidFill>
        </p:grpSpPr>
        <p:sp>
          <p:nvSpPr>
            <p:cNvPr id="15" name="Freeform 5"/>
            <p:cNvSpPr>
              <a:spLocks noEditPoints="1"/>
            </p:cNvSpPr>
            <p:nvPr userDrawn="1"/>
          </p:nvSpPr>
          <p:spPr bwMode="auto">
            <a:xfrm>
              <a:off x="7099300" y="5270500"/>
              <a:ext cx="1457325" cy="328613"/>
            </a:xfrm>
            <a:custGeom>
              <a:avLst/>
              <a:gdLst>
                <a:gd name="T0" fmla="*/ 49 w 386"/>
                <a:gd name="T1" fmla="*/ 21 h 86"/>
                <a:gd name="T2" fmla="*/ 69 w 386"/>
                <a:gd name="T3" fmla="*/ 86 h 86"/>
                <a:gd name="T4" fmla="*/ 89 w 386"/>
                <a:gd name="T5" fmla="*/ 21 h 86"/>
                <a:gd name="T6" fmla="*/ 76 w 386"/>
                <a:gd name="T7" fmla="*/ 66 h 86"/>
                <a:gd name="T8" fmla="*/ 64 w 386"/>
                <a:gd name="T9" fmla="*/ 72 h 86"/>
                <a:gd name="T10" fmla="*/ 64 w 386"/>
                <a:gd name="T11" fmla="*/ 14 h 86"/>
                <a:gd name="T12" fmla="*/ 76 w 386"/>
                <a:gd name="T13" fmla="*/ 20 h 86"/>
                <a:gd name="T14" fmla="*/ 122 w 386"/>
                <a:gd name="T15" fmla="*/ 72 h 86"/>
                <a:gd name="T16" fmla="*/ 110 w 386"/>
                <a:gd name="T17" fmla="*/ 66 h 86"/>
                <a:gd name="T18" fmla="*/ 97 w 386"/>
                <a:gd name="T19" fmla="*/ 65 h 86"/>
                <a:gd name="T20" fmla="*/ 131 w 386"/>
                <a:gd name="T21" fmla="*/ 81 h 86"/>
                <a:gd name="T22" fmla="*/ 124 w 386"/>
                <a:gd name="T23" fmla="*/ 1 h 86"/>
                <a:gd name="T24" fmla="*/ 14 w 386"/>
                <a:gd name="T25" fmla="*/ 1 h 86"/>
                <a:gd name="T26" fmla="*/ 17 w 386"/>
                <a:gd name="T27" fmla="*/ 85 h 86"/>
                <a:gd name="T28" fmla="*/ 47 w 386"/>
                <a:gd name="T29" fmla="*/ 1 h 86"/>
                <a:gd name="T30" fmla="*/ 272 w 386"/>
                <a:gd name="T31" fmla="*/ 0 h 86"/>
                <a:gd name="T32" fmla="*/ 252 w 386"/>
                <a:gd name="T33" fmla="*/ 65 h 86"/>
                <a:gd name="T34" fmla="*/ 287 w 386"/>
                <a:gd name="T35" fmla="*/ 80 h 86"/>
                <a:gd name="T36" fmla="*/ 287 w 386"/>
                <a:gd name="T37" fmla="*/ 5 h 86"/>
                <a:gd name="T38" fmla="*/ 277 w 386"/>
                <a:gd name="T39" fmla="*/ 72 h 86"/>
                <a:gd name="T40" fmla="*/ 265 w 386"/>
                <a:gd name="T41" fmla="*/ 66 h 86"/>
                <a:gd name="T42" fmla="*/ 272 w 386"/>
                <a:gd name="T43" fmla="*/ 12 h 86"/>
                <a:gd name="T44" fmla="*/ 279 w 386"/>
                <a:gd name="T45" fmla="*/ 66 h 86"/>
                <a:gd name="T46" fmla="*/ 299 w 386"/>
                <a:gd name="T47" fmla="*/ 21 h 86"/>
                <a:gd name="T48" fmla="*/ 319 w 386"/>
                <a:gd name="T49" fmla="*/ 86 h 86"/>
                <a:gd name="T50" fmla="*/ 339 w 386"/>
                <a:gd name="T51" fmla="*/ 38 h 86"/>
                <a:gd name="T52" fmla="*/ 326 w 386"/>
                <a:gd name="T53" fmla="*/ 50 h 86"/>
                <a:gd name="T54" fmla="*/ 319 w 386"/>
                <a:gd name="T55" fmla="*/ 74 h 86"/>
                <a:gd name="T56" fmla="*/ 313 w 386"/>
                <a:gd name="T57" fmla="*/ 20 h 86"/>
                <a:gd name="T58" fmla="*/ 324 w 386"/>
                <a:gd name="T59" fmla="*/ 14 h 86"/>
                <a:gd name="T60" fmla="*/ 339 w 386"/>
                <a:gd name="T61" fmla="*/ 29 h 86"/>
                <a:gd name="T62" fmla="*/ 319 w 386"/>
                <a:gd name="T63" fmla="*/ 0 h 86"/>
                <a:gd name="T64" fmla="*/ 351 w 386"/>
                <a:gd name="T65" fmla="*/ 5 h 86"/>
                <a:gd name="T66" fmla="*/ 351 w 386"/>
                <a:gd name="T67" fmla="*/ 80 h 86"/>
                <a:gd name="T68" fmla="*/ 386 w 386"/>
                <a:gd name="T69" fmla="*/ 65 h 86"/>
                <a:gd name="T70" fmla="*/ 373 w 386"/>
                <a:gd name="T71" fmla="*/ 66 h 86"/>
                <a:gd name="T72" fmla="*/ 361 w 386"/>
                <a:gd name="T73" fmla="*/ 72 h 86"/>
                <a:gd name="T74" fmla="*/ 361 w 386"/>
                <a:gd name="T75" fmla="*/ 14 h 86"/>
                <a:gd name="T76" fmla="*/ 373 w 386"/>
                <a:gd name="T77" fmla="*/ 20 h 86"/>
                <a:gd name="T78" fmla="*/ 185 w 386"/>
                <a:gd name="T79" fmla="*/ 62 h 86"/>
                <a:gd name="T80" fmla="*/ 185 w 386"/>
                <a:gd name="T81" fmla="*/ 27 h 86"/>
                <a:gd name="T82" fmla="*/ 165 w 386"/>
                <a:gd name="T83" fmla="*/ 1 h 86"/>
                <a:gd name="T84" fmla="*/ 159 w 386"/>
                <a:gd name="T85" fmla="*/ 85 h 86"/>
                <a:gd name="T86" fmla="*/ 170 w 386"/>
                <a:gd name="T87" fmla="*/ 53 h 86"/>
                <a:gd name="T88" fmla="*/ 172 w 386"/>
                <a:gd name="T89" fmla="*/ 79 h 86"/>
                <a:gd name="T90" fmla="*/ 173 w 386"/>
                <a:gd name="T91" fmla="*/ 85 h 86"/>
                <a:gd name="T92" fmla="*/ 185 w 386"/>
                <a:gd name="T93" fmla="*/ 75 h 86"/>
                <a:gd name="T94" fmla="*/ 164 w 386"/>
                <a:gd name="T95" fmla="*/ 39 h 86"/>
                <a:gd name="T96" fmla="*/ 165 w 386"/>
                <a:gd name="T97" fmla="*/ 13 h 86"/>
                <a:gd name="T98" fmla="*/ 172 w 386"/>
                <a:gd name="T99" fmla="*/ 30 h 86"/>
                <a:gd name="T100" fmla="*/ 212 w 386"/>
                <a:gd name="T101" fmla="*/ 85 h 86"/>
                <a:gd name="T102" fmla="*/ 225 w 386"/>
                <a:gd name="T103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86">
                  <a:moveTo>
                    <a:pt x="69" y="0"/>
                  </a:moveTo>
                  <a:cubicBezTo>
                    <a:pt x="63" y="0"/>
                    <a:pt x="58" y="2"/>
                    <a:pt x="54" y="5"/>
                  </a:cubicBezTo>
                  <a:cubicBezTo>
                    <a:pt x="51" y="9"/>
                    <a:pt x="49" y="14"/>
                    <a:pt x="49" y="2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49" y="72"/>
                    <a:pt x="51" y="77"/>
                    <a:pt x="54" y="80"/>
                  </a:cubicBezTo>
                  <a:cubicBezTo>
                    <a:pt x="58" y="84"/>
                    <a:pt x="63" y="86"/>
                    <a:pt x="69" y="86"/>
                  </a:cubicBezTo>
                  <a:cubicBezTo>
                    <a:pt x="76" y="86"/>
                    <a:pt x="81" y="84"/>
                    <a:pt x="84" y="80"/>
                  </a:cubicBezTo>
                  <a:cubicBezTo>
                    <a:pt x="87" y="77"/>
                    <a:pt x="89" y="72"/>
                    <a:pt x="89" y="65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9" y="14"/>
                    <a:pt x="87" y="9"/>
                    <a:pt x="84" y="5"/>
                  </a:cubicBezTo>
                  <a:cubicBezTo>
                    <a:pt x="81" y="2"/>
                    <a:pt x="76" y="0"/>
                    <a:pt x="69" y="0"/>
                  </a:cubicBezTo>
                  <a:close/>
                  <a:moveTo>
                    <a:pt x="76" y="66"/>
                  </a:moveTo>
                  <a:cubicBezTo>
                    <a:pt x="76" y="69"/>
                    <a:pt x="75" y="71"/>
                    <a:pt x="74" y="72"/>
                  </a:cubicBezTo>
                  <a:cubicBezTo>
                    <a:pt x="73" y="73"/>
                    <a:pt x="71" y="74"/>
                    <a:pt x="69" y="74"/>
                  </a:cubicBezTo>
                  <a:cubicBezTo>
                    <a:pt x="67" y="74"/>
                    <a:pt x="65" y="73"/>
                    <a:pt x="64" y="72"/>
                  </a:cubicBezTo>
                  <a:cubicBezTo>
                    <a:pt x="63" y="71"/>
                    <a:pt x="62" y="69"/>
                    <a:pt x="62" y="66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2" y="17"/>
                    <a:pt x="63" y="15"/>
                    <a:pt x="64" y="14"/>
                  </a:cubicBezTo>
                  <a:cubicBezTo>
                    <a:pt x="65" y="13"/>
                    <a:pt x="67" y="12"/>
                    <a:pt x="69" y="12"/>
                  </a:cubicBezTo>
                  <a:cubicBezTo>
                    <a:pt x="71" y="12"/>
                    <a:pt x="73" y="13"/>
                    <a:pt x="74" y="14"/>
                  </a:cubicBezTo>
                  <a:cubicBezTo>
                    <a:pt x="75" y="15"/>
                    <a:pt x="76" y="17"/>
                    <a:pt x="76" y="20"/>
                  </a:cubicBezTo>
                  <a:lnTo>
                    <a:pt x="76" y="66"/>
                  </a:lnTo>
                  <a:close/>
                  <a:moveTo>
                    <a:pt x="124" y="66"/>
                  </a:moveTo>
                  <a:cubicBezTo>
                    <a:pt x="124" y="69"/>
                    <a:pt x="123" y="71"/>
                    <a:pt x="122" y="72"/>
                  </a:cubicBezTo>
                  <a:cubicBezTo>
                    <a:pt x="121" y="73"/>
                    <a:pt x="119" y="74"/>
                    <a:pt x="117" y="74"/>
                  </a:cubicBezTo>
                  <a:cubicBezTo>
                    <a:pt x="115" y="74"/>
                    <a:pt x="113" y="73"/>
                    <a:pt x="112" y="72"/>
                  </a:cubicBezTo>
                  <a:cubicBezTo>
                    <a:pt x="111" y="71"/>
                    <a:pt x="110" y="69"/>
                    <a:pt x="110" y="66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7" y="72"/>
                    <a:pt x="99" y="77"/>
                    <a:pt x="102" y="81"/>
                  </a:cubicBezTo>
                  <a:cubicBezTo>
                    <a:pt x="105" y="84"/>
                    <a:pt x="110" y="86"/>
                    <a:pt x="117" y="86"/>
                  </a:cubicBezTo>
                  <a:cubicBezTo>
                    <a:pt x="123" y="86"/>
                    <a:pt x="128" y="84"/>
                    <a:pt x="131" y="81"/>
                  </a:cubicBezTo>
                  <a:cubicBezTo>
                    <a:pt x="135" y="77"/>
                    <a:pt x="136" y="72"/>
                    <a:pt x="136" y="65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24" y="1"/>
                    <a:pt x="124" y="1"/>
                    <a:pt x="124" y="1"/>
                  </a:cubicBezTo>
                  <a:lnTo>
                    <a:pt x="124" y="66"/>
                  </a:lnTo>
                  <a:close/>
                  <a:moveTo>
                    <a:pt x="24" y="39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30" y="85"/>
                    <a:pt x="30" y="85"/>
                    <a:pt x="30" y="85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24" y="39"/>
                  </a:lnTo>
                  <a:close/>
                  <a:moveTo>
                    <a:pt x="272" y="0"/>
                  </a:moveTo>
                  <a:cubicBezTo>
                    <a:pt x="265" y="0"/>
                    <a:pt x="260" y="2"/>
                    <a:pt x="257" y="5"/>
                  </a:cubicBezTo>
                  <a:cubicBezTo>
                    <a:pt x="254" y="9"/>
                    <a:pt x="252" y="14"/>
                    <a:pt x="252" y="21"/>
                  </a:cubicBezTo>
                  <a:cubicBezTo>
                    <a:pt x="252" y="65"/>
                    <a:pt x="252" y="65"/>
                    <a:pt x="252" y="65"/>
                  </a:cubicBezTo>
                  <a:cubicBezTo>
                    <a:pt x="252" y="72"/>
                    <a:pt x="254" y="77"/>
                    <a:pt x="257" y="80"/>
                  </a:cubicBezTo>
                  <a:cubicBezTo>
                    <a:pt x="260" y="84"/>
                    <a:pt x="265" y="86"/>
                    <a:pt x="272" y="86"/>
                  </a:cubicBezTo>
                  <a:cubicBezTo>
                    <a:pt x="278" y="86"/>
                    <a:pt x="283" y="84"/>
                    <a:pt x="287" y="80"/>
                  </a:cubicBezTo>
                  <a:cubicBezTo>
                    <a:pt x="290" y="77"/>
                    <a:pt x="292" y="72"/>
                    <a:pt x="292" y="65"/>
                  </a:cubicBezTo>
                  <a:cubicBezTo>
                    <a:pt x="292" y="21"/>
                    <a:pt x="292" y="21"/>
                    <a:pt x="292" y="21"/>
                  </a:cubicBezTo>
                  <a:cubicBezTo>
                    <a:pt x="292" y="14"/>
                    <a:pt x="290" y="9"/>
                    <a:pt x="287" y="5"/>
                  </a:cubicBezTo>
                  <a:cubicBezTo>
                    <a:pt x="283" y="2"/>
                    <a:pt x="278" y="0"/>
                    <a:pt x="272" y="0"/>
                  </a:cubicBezTo>
                  <a:close/>
                  <a:moveTo>
                    <a:pt x="279" y="66"/>
                  </a:moveTo>
                  <a:cubicBezTo>
                    <a:pt x="279" y="69"/>
                    <a:pt x="278" y="71"/>
                    <a:pt x="277" y="72"/>
                  </a:cubicBezTo>
                  <a:cubicBezTo>
                    <a:pt x="276" y="73"/>
                    <a:pt x="274" y="74"/>
                    <a:pt x="272" y="74"/>
                  </a:cubicBezTo>
                  <a:cubicBezTo>
                    <a:pt x="270" y="74"/>
                    <a:pt x="268" y="73"/>
                    <a:pt x="267" y="72"/>
                  </a:cubicBezTo>
                  <a:cubicBezTo>
                    <a:pt x="266" y="71"/>
                    <a:pt x="265" y="69"/>
                    <a:pt x="265" y="66"/>
                  </a:cubicBezTo>
                  <a:cubicBezTo>
                    <a:pt x="265" y="20"/>
                    <a:pt x="265" y="20"/>
                    <a:pt x="265" y="20"/>
                  </a:cubicBezTo>
                  <a:cubicBezTo>
                    <a:pt x="265" y="17"/>
                    <a:pt x="266" y="15"/>
                    <a:pt x="267" y="14"/>
                  </a:cubicBezTo>
                  <a:cubicBezTo>
                    <a:pt x="268" y="13"/>
                    <a:pt x="270" y="12"/>
                    <a:pt x="272" y="12"/>
                  </a:cubicBezTo>
                  <a:cubicBezTo>
                    <a:pt x="274" y="12"/>
                    <a:pt x="276" y="13"/>
                    <a:pt x="277" y="14"/>
                  </a:cubicBezTo>
                  <a:cubicBezTo>
                    <a:pt x="278" y="15"/>
                    <a:pt x="279" y="17"/>
                    <a:pt x="279" y="20"/>
                  </a:cubicBezTo>
                  <a:lnTo>
                    <a:pt x="279" y="66"/>
                  </a:lnTo>
                  <a:close/>
                  <a:moveTo>
                    <a:pt x="319" y="0"/>
                  </a:moveTo>
                  <a:cubicBezTo>
                    <a:pt x="313" y="0"/>
                    <a:pt x="308" y="2"/>
                    <a:pt x="304" y="5"/>
                  </a:cubicBezTo>
                  <a:cubicBezTo>
                    <a:pt x="301" y="9"/>
                    <a:pt x="299" y="14"/>
                    <a:pt x="299" y="21"/>
                  </a:cubicBezTo>
                  <a:cubicBezTo>
                    <a:pt x="299" y="65"/>
                    <a:pt x="299" y="65"/>
                    <a:pt x="299" y="65"/>
                  </a:cubicBezTo>
                  <a:cubicBezTo>
                    <a:pt x="299" y="72"/>
                    <a:pt x="301" y="77"/>
                    <a:pt x="304" y="80"/>
                  </a:cubicBezTo>
                  <a:cubicBezTo>
                    <a:pt x="308" y="84"/>
                    <a:pt x="313" y="86"/>
                    <a:pt x="319" y="86"/>
                  </a:cubicBezTo>
                  <a:cubicBezTo>
                    <a:pt x="325" y="86"/>
                    <a:pt x="330" y="84"/>
                    <a:pt x="334" y="80"/>
                  </a:cubicBezTo>
                  <a:cubicBezTo>
                    <a:pt x="337" y="77"/>
                    <a:pt x="339" y="72"/>
                    <a:pt x="339" y="65"/>
                  </a:cubicBezTo>
                  <a:cubicBezTo>
                    <a:pt x="339" y="38"/>
                    <a:pt x="339" y="38"/>
                    <a:pt x="339" y="38"/>
                  </a:cubicBezTo>
                  <a:cubicBezTo>
                    <a:pt x="320" y="38"/>
                    <a:pt x="320" y="38"/>
                    <a:pt x="320" y="38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6" y="50"/>
                    <a:pt x="326" y="50"/>
                    <a:pt x="326" y="50"/>
                  </a:cubicBezTo>
                  <a:cubicBezTo>
                    <a:pt x="326" y="66"/>
                    <a:pt x="326" y="66"/>
                    <a:pt x="326" y="66"/>
                  </a:cubicBezTo>
                  <a:cubicBezTo>
                    <a:pt x="326" y="69"/>
                    <a:pt x="326" y="71"/>
                    <a:pt x="324" y="72"/>
                  </a:cubicBezTo>
                  <a:cubicBezTo>
                    <a:pt x="323" y="73"/>
                    <a:pt x="321" y="74"/>
                    <a:pt x="319" y="74"/>
                  </a:cubicBezTo>
                  <a:cubicBezTo>
                    <a:pt x="317" y="74"/>
                    <a:pt x="316" y="73"/>
                    <a:pt x="314" y="72"/>
                  </a:cubicBezTo>
                  <a:cubicBezTo>
                    <a:pt x="313" y="71"/>
                    <a:pt x="313" y="69"/>
                    <a:pt x="313" y="66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313" y="17"/>
                    <a:pt x="313" y="15"/>
                    <a:pt x="314" y="14"/>
                  </a:cubicBezTo>
                  <a:cubicBezTo>
                    <a:pt x="316" y="13"/>
                    <a:pt x="317" y="12"/>
                    <a:pt x="319" y="12"/>
                  </a:cubicBezTo>
                  <a:cubicBezTo>
                    <a:pt x="321" y="12"/>
                    <a:pt x="323" y="13"/>
                    <a:pt x="324" y="14"/>
                  </a:cubicBezTo>
                  <a:cubicBezTo>
                    <a:pt x="326" y="15"/>
                    <a:pt x="326" y="17"/>
                    <a:pt x="326" y="20"/>
                  </a:cubicBezTo>
                  <a:cubicBezTo>
                    <a:pt x="326" y="29"/>
                    <a:pt x="326" y="29"/>
                    <a:pt x="326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9" y="21"/>
                    <a:pt x="339" y="21"/>
                    <a:pt x="339" y="21"/>
                  </a:cubicBezTo>
                  <a:cubicBezTo>
                    <a:pt x="339" y="14"/>
                    <a:pt x="337" y="9"/>
                    <a:pt x="334" y="5"/>
                  </a:cubicBezTo>
                  <a:cubicBezTo>
                    <a:pt x="330" y="2"/>
                    <a:pt x="325" y="0"/>
                    <a:pt x="319" y="0"/>
                  </a:cubicBezTo>
                  <a:close/>
                  <a:moveTo>
                    <a:pt x="381" y="5"/>
                  </a:moveTo>
                  <a:cubicBezTo>
                    <a:pt x="378" y="2"/>
                    <a:pt x="373" y="0"/>
                    <a:pt x="366" y="0"/>
                  </a:cubicBezTo>
                  <a:cubicBezTo>
                    <a:pt x="360" y="0"/>
                    <a:pt x="355" y="2"/>
                    <a:pt x="351" y="5"/>
                  </a:cubicBezTo>
                  <a:cubicBezTo>
                    <a:pt x="348" y="9"/>
                    <a:pt x="346" y="14"/>
                    <a:pt x="346" y="21"/>
                  </a:cubicBezTo>
                  <a:cubicBezTo>
                    <a:pt x="346" y="65"/>
                    <a:pt x="346" y="65"/>
                    <a:pt x="346" y="65"/>
                  </a:cubicBezTo>
                  <a:cubicBezTo>
                    <a:pt x="346" y="72"/>
                    <a:pt x="348" y="77"/>
                    <a:pt x="351" y="80"/>
                  </a:cubicBezTo>
                  <a:cubicBezTo>
                    <a:pt x="355" y="84"/>
                    <a:pt x="360" y="86"/>
                    <a:pt x="366" y="86"/>
                  </a:cubicBezTo>
                  <a:cubicBezTo>
                    <a:pt x="373" y="86"/>
                    <a:pt x="378" y="84"/>
                    <a:pt x="381" y="80"/>
                  </a:cubicBezTo>
                  <a:cubicBezTo>
                    <a:pt x="384" y="77"/>
                    <a:pt x="386" y="72"/>
                    <a:pt x="386" y="65"/>
                  </a:cubicBezTo>
                  <a:cubicBezTo>
                    <a:pt x="386" y="21"/>
                    <a:pt x="386" y="21"/>
                    <a:pt x="386" y="21"/>
                  </a:cubicBezTo>
                  <a:cubicBezTo>
                    <a:pt x="386" y="14"/>
                    <a:pt x="384" y="9"/>
                    <a:pt x="381" y="5"/>
                  </a:cubicBezTo>
                  <a:close/>
                  <a:moveTo>
                    <a:pt x="373" y="66"/>
                  </a:moveTo>
                  <a:cubicBezTo>
                    <a:pt x="373" y="69"/>
                    <a:pt x="372" y="71"/>
                    <a:pt x="371" y="72"/>
                  </a:cubicBezTo>
                  <a:cubicBezTo>
                    <a:pt x="370" y="73"/>
                    <a:pt x="368" y="74"/>
                    <a:pt x="366" y="74"/>
                  </a:cubicBezTo>
                  <a:cubicBezTo>
                    <a:pt x="364" y="74"/>
                    <a:pt x="362" y="73"/>
                    <a:pt x="361" y="72"/>
                  </a:cubicBezTo>
                  <a:cubicBezTo>
                    <a:pt x="360" y="71"/>
                    <a:pt x="359" y="69"/>
                    <a:pt x="359" y="66"/>
                  </a:cubicBezTo>
                  <a:cubicBezTo>
                    <a:pt x="359" y="20"/>
                    <a:pt x="359" y="20"/>
                    <a:pt x="359" y="20"/>
                  </a:cubicBezTo>
                  <a:cubicBezTo>
                    <a:pt x="359" y="17"/>
                    <a:pt x="360" y="15"/>
                    <a:pt x="361" y="14"/>
                  </a:cubicBezTo>
                  <a:cubicBezTo>
                    <a:pt x="362" y="13"/>
                    <a:pt x="364" y="12"/>
                    <a:pt x="366" y="12"/>
                  </a:cubicBezTo>
                  <a:cubicBezTo>
                    <a:pt x="368" y="12"/>
                    <a:pt x="370" y="13"/>
                    <a:pt x="371" y="14"/>
                  </a:cubicBezTo>
                  <a:cubicBezTo>
                    <a:pt x="372" y="15"/>
                    <a:pt x="373" y="17"/>
                    <a:pt x="373" y="20"/>
                  </a:cubicBezTo>
                  <a:lnTo>
                    <a:pt x="373" y="66"/>
                  </a:lnTo>
                  <a:close/>
                  <a:moveTo>
                    <a:pt x="185" y="75"/>
                  </a:moveTo>
                  <a:cubicBezTo>
                    <a:pt x="185" y="62"/>
                    <a:pt x="185" y="62"/>
                    <a:pt x="185" y="62"/>
                  </a:cubicBezTo>
                  <a:cubicBezTo>
                    <a:pt x="185" y="57"/>
                    <a:pt x="184" y="54"/>
                    <a:pt x="183" y="51"/>
                  </a:cubicBezTo>
                  <a:cubicBezTo>
                    <a:pt x="182" y="47"/>
                    <a:pt x="180" y="45"/>
                    <a:pt x="176" y="44"/>
                  </a:cubicBezTo>
                  <a:cubicBezTo>
                    <a:pt x="182" y="41"/>
                    <a:pt x="185" y="35"/>
                    <a:pt x="185" y="27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5" y="14"/>
                    <a:pt x="183" y="9"/>
                    <a:pt x="180" y="6"/>
                  </a:cubicBezTo>
                  <a:cubicBezTo>
                    <a:pt x="177" y="3"/>
                    <a:pt x="172" y="1"/>
                    <a:pt x="165" y="1"/>
                  </a:cubicBezTo>
                  <a:cubicBezTo>
                    <a:pt x="145" y="1"/>
                    <a:pt x="145" y="1"/>
                    <a:pt x="145" y="1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59" y="85"/>
                    <a:pt x="159" y="85"/>
                    <a:pt x="159" y="85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6" y="51"/>
                    <a:pt x="168" y="52"/>
                    <a:pt x="170" y="53"/>
                  </a:cubicBezTo>
                  <a:cubicBezTo>
                    <a:pt x="171" y="55"/>
                    <a:pt x="172" y="57"/>
                    <a:pt x="172" y="61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2" y="76"/>
                    <a:pt x="172" y="78"/>
                    <a:pt x="172" y="79"/>
                  </a:cubicBezTo>
                  <a:cubicBezTo>
                    <a:pt x="172" y="80"/>
                    <a:pt x="172" y="81"/>
                    <a:pt x="172" y="82"/>
                  </a:cubicBezTo>
                  <a:cubicBezTo>
                    <a:pt x="172" y="82"/>
                    <a:pt x="172" y="83"/>
                    <a:pt x="173" y="83"/>
                  </a:cubicBezTo>
                  <a:cubicBezTo>
                    <a:pt x="173" y="84"/>
                    <a:pt x="173" y="84"/>
                    <a:pt x="173" y="85"/>
                  </a:cubicBezTo>
                  <a:cubicBezTo>
                    <a:pt x="186" y="85"/>
                    <a:pt x="186" y="85"/>
                    <a:pt x="186" y="85"/>
                  </a:cubicBezTo>
                  <a:cubicBezTo>
                    <a:pt x="186" y="83"/>
                    <a:pt x="185" y="82"/>
                    <a:pt x="185" y="80"/>
                  </a:cubicBezTo>
                  <a:cubicBezTo>
                    <a:pt x="185" y="79"/>
                    <a:pt x="185" y="77"/>
                    <a:pt x="185" y="75"/>
                  </a:cubicBezTo>
                  <a:close/>
                  <a:moveTo>
                    <a:pt x="172" y="30"/>
                  </a:moveTo>
                  <a:cubicBezTo>
                    <a:pt x="172" y="33"/>
                    <a:pt x="171" y="36"/>
                    <a:pt x="170" y="37"/>
                  </a:cubicBezTo>
                  <a:cubicBezTo>
                    <a:pt x="168" y="38"/>
                    <a:pt x="166" y="39"/>
                    <a:pt x="164" y="39"/>
                  </a:cubicBezTo>
                  <a:cubicBezTo>
                    <a:pt x="159" y="39"/>
                    <a:pt x="159" y="39"/>
                    <a:pt x="159" y="39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65" y="13"/>
                    <a:pt x="165" y="13"/>
                    <a:pt x="165" y="13"/>
                  </a:cubicBezTo>
                  <a:cubicBezTo>
                    <a:pt x="167" y="13"/>
                    <a:pt x="169" y="14"/>
                    <a:pt x="170" y="15"/>
                  </a:cubicBezTo>
                  <a:cubicBezTo>
                    <a:pt x="171" y="16"/>
                    <a:pt x="172" y="19"/>
                    <a:pt x="172" y="22"/>
                  </a:cubicBezTo>
                  <a:lnTo>
                    <a:pt x="172" y="30"/>
                  </a:lnTo>
                  <a:close/>
                  <a:moveTo>
                    <a:pt x="225" y="1"/>
                  </a:moveTo>
                  <a:cubicBezTo>
                    <a:pt x="212" y="1"/>
                    <a:pt x="212" y="1"/>
                    <a:pt x="212" y="1"/>
                  </a:cubicBezTo>
                  <a:cubicBezTo>
                    <a:pt x="212" y="85"/>
                    <a:pt x="212" y="85"/>
                    <a:pt x="212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7" y="73"/>
                    <a:pt x="247" y="73"/>
                    <a:pt x="247" y="73"/>
                  </a:cubicBezTo>
                  <a:cubicBezTo>
                    <a:pt x="225" y="73"/>
                    <a:pt x="225" y="73"/>
                    <a:pt x="225" y="73"/>
                  </a:cubicBezTo>
                  <a:lnTo>
                    <a:pt x="22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71" tIns="48385" rIns="96771" bIns="48385" numCol="1" anchor="t" anchorCtr="0" compatLnSpc="1"/>
            <a:lstStyle/>
            <a:p>
              <a:pPr eaLnBrk="0" fontAlgn="base" hangingPunct="0"/>
              <a:endParaRPr lang="ko-KR" alt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Freeform 6"/>
            <p:cNvSpPr>
              <a:spLocks noEditPoints="1"/>
            </p:cNvSpPr>
            <p:nvPr userDrawn="1"/>
          </p:nvSpPr>
          <p:spPr bwMode="auto">
            <a:xfrm>
              <a:off x="7119690" y="5691050"/>
              <a:ext cx="1441696" cy="137231"/>
            </a:xfrm>
            <a:custGeom>
              <a:avLst/>
              <a:gdLst>
                <a:gd name="T0" fmla="*/ 132 w 393"/>
                <a:gd name="T1" fmla="*/ 28 h 37"/>
                <a:gd name="T2" fmla="*/ 127 w 393"/>
                <a:gd name="T3" fmla="*/ 26 h 37"/>
                <a:gd name="T4" fmla="*/ 133 w 393"/>
                <a:gd name="T5" fmla="*/ 18 h 37"/>
                <a:gd name="T6" fmla="*/ 186 w 393"/>
                <a:gd name="T7" fmla="*/ 8 h 37"/>
                <a:gd name="T8" fmla="*/ 174 w 393"/>
                <a:gd name="T9" fmla="*/ 8 h 37"/>
                <a:gd name="T10" fmla="*/ 163 w 393"/>
                <a:gd name="T11" fmla="*/ 29 h 37"/>
                <a:gd name="T12" fmla="*/ 173 w 393"/>
                <a:gd name="T13" fmla="*/ 12 h 37"/>
                <a:gd name="T14" fmla="*/ 192 w 393"/>
                <a:gd name="T15" fmla="*/ 29 h 37"/>
                <a:gd name="T16" fmla="*/ 106 w 393"/>
                <a:gd name="T17" fmla="*/ 25 h 37"/>
                <a:gd name="T18" fmla="*/ 103 w 393"/>
                <a:gd name="T19" fmla="*/ 32 h 37"/>
                <a:gd name="T20" fmla="*/ 103 w 393"/>
                <a:gd name="T21" fmla="*/ 36 h 37"/>
                <a:gd name="T22" fmla="*/ 154 w 393"/>
                <a:gd name="T23" fmla="*/ 19 h 37"/>
                <a:gd name="T24" fmla="*/ 144 w 393"/>
                <a:gd name="T25" fmla="*/ 19 h 37"/>
                <a:gd name="T26" fmla="*/ 144 w 393"/>
                <a:gd name="T27" fmla="*/ 28 h 37"/>
                <a:gd name="T28" fmla="*/ 154 w 393"/>
                <a:gd name="T29" fmla="*/ 8 h 37"/>
                <a:gd name="T30" fmla="*/ 375 w 393"/>
                <a:gd name="T31" fmla="*/ 7 h 37"/>
                <a:gd name="T32" fmla="*/ 369 w 393"/>
                <a:gd name="T33" fmla="*/ 29 h 37"/>
                <a:gd name="T34" fmla="*/ 378 w 393"/>
                <a:gd name="T35" fmla="*/ 15 h 37"/>
                <a:gd name="T36" fmla="*/ 388 w 393"/>
                <a:gd name="T37" fmla="*/ 11 h 37"/>
                <a:gd name="T38" fmla="*/ 392 w 393"/>
                <a:gd name="T39" fmla="*/ 9 h 37"/>
                <a:gd name="T40" fmla="*/ 38 w 393"/>
                <a:gd name="T41" fmla="*/ 20 h 37"/>
                <a:gd name="T42" fmla="*/ 39 w 393"/>
                <a:gd name="T43" fmla="*/ 29 h 37"/>
                <a:gd name="T44" fmla="*/ 54 w 393"/>
                <a:gd name="T45" fmla="*/ 8 h 37"/>
                <a:gd name="T46" fmla="*/ 13 w 393"/>
                <a:gd name="T47" fmla="*/ 8 h 37"/>
                <a:gd name="T48" fmla="*/ 7 w 393"/>
                <a:gd name="T49" fmla="*/ 29 h 37"/>
                <a:gd name="T50" fmla="*/ 29 w 393"/>
                <a:gd name="T51" fmla="*/ 8 h 37"/>
                <a:gd name="T52" fmla="*/ 88 w 393"/>
                <a:gd name="T53" fmla="*/ 25 h 37"/>
                <a:gd name="T54" fmla="*/ 71 w 393"/>
                <a:gd name="T55" fmla="*/ 8 h 37"/>
                <a:gd name="T56" fmla="*/ 64 w 393"/>
                <a:gd name="T57" fmla="*/ 29 h 37"/>
                <a:gd name="T58" fmla="*/ 87 w 393"/>
                <a:gd name="T59" fmla="*/ 8 h 37"/>
                <a:gd name="T60" fmla="*/ 207 w 393"/>
                <a:gd name="T61" fmla="*/ 26 h 37"/>
                <a:gd name="T62" fmla="*/ 214 w 393"/>
                <a:gd name="T63" fmla="*/ 26 h 37"/>
                <a:gd name="T64" fmla="*/ 214 w 393"/>
                <a:gd name="T65" fmla="*/ 7 h 37"/>
                <a:gd name="T66" fmla="*/ 208 w 393"/>
                <a:gd name="T67" fmla="*/ 16 h 37"/>
                <a:gd name="T68" fmla="*/ 286 w 393"/>
                <a:gd name="T69" fmla="*/ 11 h 37"/>
                <a:gd name="T70" fmla="*/ 277 w 393"/>
                <a:gd name="T71" fmla="*/ 8 h 37"/>
                <a:gd name="T72" fmla="*/ 284 w 393"/>
                <a:gd name="T73" fmla="*/ 29 h 37"/>
                <a:gd name="T74" fmla="*/ 327 w 393"/>
                <a:gd name="T75" fmla="*/ 24 h 37"/>
                <a:gd name="T76" fmla="*/ 340 w 393"/>
                <a:gd name="T77" fmla="*/ 14 h 37"/>
                <a:gd name="T78" fmla="*/ 325 w 393"/>
                <a:gd name="T79" fmla="*/ 26 h 37"/>
                <a:gd name="T80" fmla="*/ 298 w 393"/>
                <a:gd name="T81" fmla="*/ 7 h 37"/>
                <a:gd name="T82" fmla="*/ 307 w 393"/>
                <a:gd name="T83" fmla="*/ 22 h 37"/>
                <a:gd name="T84" fmla="*/ 308 w 393"/>
                <a:gd name="T85" fmla="*/ 19 h 37"/>
                <a:gd name="T86" fmla="*/ 298 w 393"/>
                <a:gd name="T87" fmla="*/ 10 h 37"/>
                <a:gd name="T88" fmla="*/ 273 w 393"/>
                <a:gd name="T89" fmla="*/ 0 h 37"/>
                <a:gd name="T90" fmla="*/ 344 w 393"/>
                <a:gd name="T91" fmla="*/ 26 h 37"/>
                <a:gd name="T92" fmla="*/ 351 w 393"/>
                <a:gd name="T93" fmla="*/ 7 h 37"/>
                <a:gd name="T94" fmla="*/ 351 w 393"/>
                <a:gd name="T95" fmla="*/ 10 h 37"/>
                <a:gd name="T96" fmla="*/ 237 w 393"/>
                <a:gd name="T97" fmla="*/ 7 h 37"/>
                <a:gd name="T98" fmla="*/ 231 w 393"/>
                <a:gd name="T99" fmla="*/ 26 h 37"/>
                <a:gd name="T100" fmla="*/ 240 w 393"/>
                <a:gd name="T101" fmla="*/ 24 h 37"/>
                <a:gd name="T102" fmla="*/ 240 w 393"/>
                <a:gd name="T103" fmla="*/ 12 h 37"/>
                <a:gd name="T104" fmla="*/ 270 w 393"/>
                <a:gd name="T105" fmla="*/ 8 h 37"/>
                <a:gd name="T106" fmla="*/ 313 w 393"/>
                <a:gd name="T107" fmla="*/ 29 h 37"/>
                <a:gd name="T108" fmla="*/ 253 w 393"/>
                <a:gd name="T109" fmla="*/ 11 h 37"/>
                <a:gd name="T110" fmla="*/ 261 w 393"/>
                <a:gd name="T111" fmla="*/ 8 h 37"/>
                <a:gd name="T112" fmla="*/ 250 w 393"/>
                <a:gd name="T113" fmla="*/ 16 h 37"/>
                <a:gd name="T114" fmla="*/ 257 w 393"/>
                <a:gd name="T115" fmla="*/ 26 h 37"/>
                <a:gd name="T116" fmla="*/ 261 w 393"/>
                <a:gd name="T117" fmla="*/ 2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3" h="37">
                  <a:moveTo>
                    <a:pt x="127" y="7"/>
                  </a:moveTo>
                  <a:cubicBezTo>
                    <a:pt x="124" y="7"/>
                    <a:pt x="122" y="8"/>
                    <a:pt x="120" y="10"/>
                  </a:cubicBezTo>
                  <a:cubicBezTo>
                    <a:pt x="118" y="12"/>
                    <a:pt x="117" y="14"/>
                    <a:pt x="117" y="18"/>
                  </a:cubicBezTo>
                  <a:cubicBezTo>
                    <a:pt x="117" y="22"/>
                    <a:pt x="118" y="24"/>
                    <a:pt x="120" y="26"/>
                  </a:cubicBezTo>
                  <a:cubicBezTo>
                    <a:pt x="122" y="28"/>
                    <a:pt x="124" y="29"/>
                    <a:pt x="127" y="29"/>
                  </a:cubicBezTo>
                  <a:cubicBezTo>
                    <a:pt x="129" y="29"/>
                    <a:pt x="130" y="29"/>
                    <a:pt x="132" y="28"/>
                  </a:cubicBezTo>
                  <a:cubicBezTo>
                    <a:pt x="133" y="27"/>
                    <a:pt x="135" y="26"/>
                    <a:pt x="135" y="24"/>
                  </a:cubicBezTo>
                  <a:cubicBezTo>
                    <a:pt x="136" y="23"/>
                    <a:pt x="137" y="21"/>
                    <a:pt x="137" y="18"/>
                  </a:cubicBezTo>
                  <a:cubicBezTo>
                    <a:pt x="137" y="15"/>
                    <a:pt x="136" y="12"/>
                    <a:pt x="134" y="10"/>
                  </a:cubicBezTo>
                  <a:cubicBezTo>
                    <a:pt x="132" y="8"/>
                    <a:pt x="130" y="7"/>
                    <a:pt x="127" y="7"/>
                  </a:cubicBezTo>
                  <a:close/>
                  <a:moveTo>
                    <a:pt x="131" y="24"/>
                  </a:moveTo>
                  <a:cubicBezTo>
                    <a:pt x="130" y="26"/>
                    <a:pt x="129" y="26"/>
                    <a:pt x="127" y="26"/>
                  </a:cubicBezTo>
                  <a:cubicBezTo>
                    <a:pt x="125" y="26"/>
                    <a:pt x="124" y="26"/>
                    <a:pt x="122" y="24"/>
                  </a:cubicBezTo>
                  <a:cubicBezTo>
                    <a:pt x="121" y="23"/>
                    <a:pt x="121" y="21"/>
                    <a:pt x="121" y="18"/>
                  </a:cubicBezTo>
                  <a:cubicBezTo>
                    <a:pt x="121" y="16"/>
                    <a:pt x="121" y="14"/>
                    <a:pt x="122" y="12"/>
                  </a:cubicBezTo>
                  <a:cubicBezTo>
                    <a:pt x="124" y="11"/>
                    <a:pt x="125" y="10"/>
                    <a:pt x="127" y="10"/>
                  </a:cubicBezTo>
                  <a:cubicBezTo>
                    <a:pt x="129" y="10"/>
                    <a:pt x="130" y="11"/>
                    <a:pt x="131" y="12"/>
                  </a:cubicBezTo>
                  <a:cubicBezTo>
                    <a:pt x="132" y="14"/>
                    <a:pt x="133" y="16"/>
                    <a:pt x="133" y="18"/>
                  </a:cubicBezTo>
                  <a:cubicBezTo>
                    <a:pt x="133" y="21"/>
                    <a:pt x="132" y="23"/>
                    <a:pt x="131" y="24"/>
                  </a:cubicBezTo>
                  <a:close/>
                  <a:moveTo>
                    <a:pt x="195" y="20"/>
                  </a:moveTo>
                  <a:cubicBezTo>
                    <a:pt x="194" y="24"/>
                    <a:pt x="194" y="24"/>
                    <a:pt x="194" y="24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0" y="8"/>
                    <a:pt x="190" y="8"/>
                    <a:pt x="190" y="8"/>
                  </a:cubicBezTo>
                  <a:cubicBezTo>
                    <a:pt x="186" y="8"/>
                    <a:pt x="186" y="8"/>
                    <a:pt x="186" y="8"/>
                  </a:cubicBezTo>
                  <a:cubicBezTo>
                    <a:pt x="183" y="20"/>
                    <a:pt x="183" y="20"/>
                    <a:pt x="183" y="20"/>
                  </a:cubicBezTo>
                  <a:cubicBezTo>
                    <a:pt x="182" y="23"/>
                    <a:pt x="182" y="24"/>
                    <a:pt x="182" y="24"/>
                  </a:cubicBezTo>
                  <a:cubicBezTo>
                    <a:pt x="181" y="20"/>
                    <a:pt x="181" y="20"/>
                    <a:pt x="181" y="20"/>
                  </a:cubicBezTo>
                  <a:cubicBezTo>
                    <a:pt x="177" y="8"/>
                    <a:pt x="177" y="8"/>
                    <a:pt x="177" y="8"/>
                  </a:cubicBezTo>
                  <a:cubicBezTo>
                    <a:pt x="174" y="8"/>
                    <a:pt x="174" y="8"/>
                    <a:pt x="174" y="8"/>
                  </a:cubicBezTo>
                  <a:cubicBezTo>
                    <a:pt x="174" y="8"/>
                    <a:pt x="174" y="8"/>
                    <a:pt x="174" y="8"/>
                  </a:cubicBezTo>
                  <a:cubicBezTo>
                    <a:pt x="173" y="8"/>
                    <a:pt x="172" y="7"/>
                    <a:pt x="171" y="7"/>
                  </a:cubicBezTo>
                  <a:cubicBezTo>
                    <a:pt x="170" y="7"/>
                    <a:pt x="169" y="8"/>
                    <a:pt x="168" y="8"/>
                  </a:cubicBezTo>
                  <a:cubicBezTo>
                    <a:pt x="168" y="9"/>
                    <a:pt x="167" y="10"/>
                    <a:pt x="166" y="11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63" y="8"/>
                    <a:pt x="163" y="8"/>
                    <a:pt x="163" y="8"/>
                  </a:cubicBezTo>
                  <a:cubicBezTo>
                    <a:pt x="163" y="29"/>
                    <a:pt x="163" y="29"/>
                    <a:pt x="163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6"/>
                    <a:pt x="167" y="15"/>
                    <a:pt x="167" y="14"/>
                  </a:cubicBezTo>
                  <a:cubicBezTo>
                    <a:pt x="167" y="13"/>
                    <a:pt x="168" y="12"/>
                    <a:pt x="168" y="12"/>
                  </a:cubicBezTo>
                  <a:cubicBezTo>
                    <a:pt x="169" y="11"/>
                    <a:pt x="170" y="11"/>
                    <a:pt x="170" y="11"/>
                  </a:cubicBezTo>
                  <a:cubicBezTo>
                    <a:pt x="171" y="11"/>
                    <a:pt x="172" y="11"/>
                    <a:pt x="173" y="12"/>
                  </a:cubicBezTo>
                  <a:cubicBezTo>
                    <a:pt x="174" y="9"/>
                    <a:pt x="174" y="9"/>
                    <a:pt x="174" y="9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cubicBezTo>
                    <a:pt x="188" y="13"/>
                    <a:pt x="188" y="13"/>
                    <a:pt x="188" y="13"/>
                  </a:cubicBezTo>
                  <a:cubicBezTo>
                    <a:pt x="189" y="16"/>
                    <a:pt x="189" y="16"/>
                    <a:pt x="189" y="16"/>
                  </a:cubicBezTo>
                  <a:cubicBezTo>
                    <a:pt x="192" y="29"/>
                    <a:pt x="192" y="29"/>
                    <a:pt x="192" y="29"/>
                  </a:cubicBezTo>
                  <a:cubicBezTo>
                    <a:pt x="196" y="29"/>
                    <a:pt x="196" y="29"/>
                    <a:pt x="196" y="29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199" y="8"/>
                    <a:pt x="199" y="8"/>
                    <a:pt x="199" y="8"/>
                  </a:cubicBezTo>
                  <a:lnTo>
                    <a:pt x="195" y="20"/>
                  </a:lnTo>
                  <a:close/>
                  <a:moveTo>
                    <a:pt x="108" y="20"/>
                  </a:moveTo>
                  <a:cubicBezTo>
                    <a:pt x="107" y="22"/>
                    <a:pt x="106" y="23"/>
                    <a:pt x="106" y="25"/>
                  </a:cubicBezTo>
                  <a:cubicBezTo>
                    <a:pt x="106" y="23"/>
                    <a:pt x="105" y="21"/>
                    <a:pt x="105" y="20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4" y="29"/>
                    <a:pt x="104" y="29"/>
                    <a:pt x="104" y="30"/>
                  </a:cubicBezTo>
                  <a:cubicBezTo>
                    <a:pt x="104" y="31"/>
                    <a:pt x="103" y="32"/>
                    <a:pt x="103" y="32"/>
                  </a:cubicBezTo>
                  <a:cubicBezTo>
                    <a:pt x="103" y="33"/>
                    <a:pt x="102" y="33"/>
                    <a:pt x="102" y="33"/>
                  </a:cubicBezTo>
                  <a:cubicBezTo>
                    <a:pt x="101" y="34"/>
                    <a:pt x="101" y="34"/>
                    <a:pt x="100" y="34"/>
                  </a:cubicBezTo>
                  <a:cubicBezTo>
                    <a:pt x="99" y="34"/>
                    <a:pt x="99" y="34"/>
                    <a:pt x="98" y="33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9" y="37"/>
                    <a:pt x="100" y="37"/>
                    <a:pt x="101" y="37"/>
                  </a:cubicBezTo>
                  <a:cubicBezTo>
                    <a:pt x="102" y="37"/>
                    <a:pt x="103" y="37"/>
                    <a:pt x="103" y="36"/>
                  </a:cubicBezTo>
                  <a:cubicBezTo>
                    <a:pt x="104" y="36"/>
                    <a:pt x="105" y="35"/>
                    <a:pt x="106" y="34"/>
                  </a:cubicBezTo>
                  <a:cubicBezTo>
                    <a:pt x="106" y="33"/>
                    <a:pt x="107" y="31"/>
                    <a:pt x="108" y="29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2" y="8"/>
                    <a:pt x="112" y="8"/>
                    <a:pt x="112" y="8"/>
                  </a:cubicBezTo>
                  <a:lnTo>
                    <a:pt x="108" y="20"/>
                  </a:lnTo>
                  <a:close/>
                  <a:moveTo>
                    <a:pt x="154" y="19"/>
                  </a:moveTo>
                  <a:cubicBezTo>
                    <a:pt x="154" y="21"/>
                    <a:pt x="154" y="22"/>
                    <a:pt x="153" y="23"/>
                  </a:cubicBezTo>
                  <a:cubicBezTo>
                    <a:pt x="153" y="24"/>
                    <a:pt x="152" y="25"/>
                    <a:pt x="151" y="25"/>
                  </a:cubicBezTo>
                  <a:cubicBezTo>
                    <a:pt x="150" y="26"/>
                    <a:pt x="149" y="26"/>
                    <a:pt x="148" y="26"/>
                  </a:cubicBezTo>
                  <a:cubicBezTo>
                    <a:pt x="147" y="26"/>
                    <a:pt x="146" y="26"/>
                    <a:pt x="146" y="25"/>
                  </a:cubicBezTo>
                  <a:cubicBezTo>
                    <a:pt x="145" y="25"/>
                    <a:pt x="145" y="24"/>
                    <a:pt x="144" y="23"/>
                  </a:cubicBezTo>
                  <a:cubicBezTo>
                    <a:pt x="144" y="22"/>
                    <a:pt x="144" y="21"/>
                    <a:pt x="144" y="19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41" y="21"/>
                    <a:pt x="141" y="21"/>
                    <a:pt x="141" y="21"/>
                  </a:cubicBezTo>
                  <a:cubicBezTo>
                    <a:pt x="141" y="22"/>
                    <a:pt x="141" y="23"/>
                    <a:pt x="141" y="24"/>
                  </a:cubicBezTo>
                  <a:cubicBezTo>
                    <a:pt x="141" y="25"/>
                    <a:pt x="141" y="26"/>
                    <a:pt x="142" y="27"/>
                  </a:cubicBezTo>
                  <a:cubicBezTo>
                    <a:pt x="142" y="27"/>
                    <a:pt x="143" y="28"/>
                    <a:pt x="144" y="28"/>
                  </a:cubicBezTo>
                  <a:cubicBezTo>
                    <a:pt x="145" y="29"/>
                    <a:pt x="146" y="29"/>
                    <a:pt x="148" y="29"/>
                  </a:cubicBezTo>
                  <a:cubicBezTo>
                    <a:pt x="150" y="29"/>
                    <a:pt x="153" y="28"/>
                    <a:pt x="154" y="26"/>
                  </a:cubicBezTo>
                  <a:cubicBezTo>
                    <a:pt x="154" y="29"/>
                    <a:pt x="154" y="29"/>
                    <a:pt x="154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4" y="8"/>
                    <a:pt x="154" y="8"/>
                    <a:pt x="154" y="8"/>
                  </a:cubicBezTo>
                  <a:lnTo>
                    <a:pt x="154" y="19"/>
                  </a:lnTo>
                  <a:close/>
                  <a:moveTo>
                    <a:pt x="392" y="9"/>
                  </a:moveTo>
                  <a:cubicBezTo>
                    <a:pt x="391" y="8"/>
                    <a:pt x="389" y="7"/>
                    <a:pt x="387" y="7"/>
                  </a:cubicBezTo>
                  <a:cubicBezTo>
                    <a:pt x="384" y="7"/>
                    <a:pt x="382" y="9"/>
                    <a:pt x="381" y="11"/>
                  </a:cubicBezTo>
                  <a:cubicBezTo>
                    <a:pt x="380" y="10"/>
                    <a:pt x="379" y="9"/>
                    <a:pt x="378" y="8"/>
                  </a:cubicBezTo>
                  <a:cubicBezTo>
                    <a:pt x="377" y="8"/>
                    <a:pt x="376" y="7"/>
                    <a:pt x="375" y="7"/>
                  </a:cubicBezTo>
                  <a:cubicBezTo>
                    <a:pt x="373" y="7"/>
                    <a:pt x="372" y="8"/>
                    <a:pt x="371" y="8"/>
                  </a:cubicBezTo>
                  <a:cubicBezTo>
                    <a:pt x="370" y="9"/>
                    <a:pt x="369" y="10"/>
                    <a:pt x="368" y="11"/>
                  </a:cubicBezTo>
                  <a:cubicBezTo>
                    <a:pt x="368" y="8"/>
                    <a:pt x="368" y="8"/>
                    <a:pt x="368" y="8"/>
                  </a:cubicBezTo>
                  <a:cubicBezTo>
                    <a:pt x="365" y="8"/>
                    <a:pt x="365" y="8"/>
                    <a:pt x="365" y="8"/>
                  </a:cubicBezTo>
                  <a:cubicBezTo>
                    <a:pt x="365" y="29"/>
                    <a:pt x="365" y="29"/>
                    <a:pt x="365" y="29"/>
                  </a:cubicBezTo>
                  <a:cubicBezTo>
                    <a:pt x="369" y="29"/>
                    <a:pt x="369" y="29"/>
                    <a:pt x="369" y="29"/>
                  </a:cubicBezTo>
                  <a:cubicBezTo>
                    <a:pt x="369" y="18"/>
                    <a:pt x="369" y="18"/>
                    <a:pt x="369" y="18"/>
                  </a:cubicBezTo>
                  <a:cubicBezTo>
                    <a:pt x="369" y="16"/>
                    <a:pt x="369" y="15"/>
                    <a:pt x="369" y="14"/>
                  </a:cubicBezTo>
                  <a:cubicBezTo>
                    <a:pt x="370" y="13"/>
                    <a:pt x="370" y="12"/>
                    <a:pt x="371" y="11"/>
                  </a:cubicBezTo>
                  <a:cubicBezTo>
                    <a:pt x="372" y="11"/>
                    <a:pt x="373" y="10"/>
                    <a:pt x="374" y="10"/>
                  </a:cubicBezTo>
                  <a:cubicBezTo>
                    <a:pt x="375" y="10"/>
                    <a:pt x="376" y="11"/>
                    <a:pt x="377" y="12"/>
                  </a:cubicBezTo>
                  <a:cubicBezTo>
                    <a:pt x="377" y="12"/>
                    <a:pt x="378" y="14"/>
                    <a:pt x="378" y="15"/>
                  </a:cubicBezTo>
                  <a:cubicBezTo>
                    <a:pt x="378" y="29"/>
                    <a:pt x="378" y="29"/>
                    <a:pt x="378" y="29"/>
                  </a:cubicBezTo>
                  <a:cubicBezTo>
                    <a:pt x="381" y="29"/>
                    <a:pt x="381" y="29"/>
                    <a:pt x="381" y="29"/>
                  </a:cubicBezTo>
                  <a:cubicBezTo>
                    <a:pt x="381" y="17"/>
                    <a:pt x="381" y="17"/>
                    <a:pt x="381" y="17"/>
                  </a:cubicBezTo>
                  <a:cubicBezTo>
                    <a:pt x="381" y="14"/>
                    <a:pt x="382" y="13"/>
                    <a:pt x="383" y="12"/>
                  </a:cubicBezTo>
                  <a:cubicBezTo>
                    <a:pt x="384" y="11"/>
                    <a:pt x="385" y="10"/>
                    <a:pt x="386" y="10"/>
                  </a:cubicBezTo>
                  <a:cubicBezTo>
                    <a:pt x="387" y="10"/>
                    <a:pt x="388" y="11"/>
                    <a:pt x="388" y="11"/>
                  </a:cubicBezTo>
                  <a:cubicBezTo>
                    <a:pt x="389" y="11"/>
                    <a:pt x="389" y="12"/>
                    <a:pt x="390" y="13"/>
                  </a:cubicBezTo>
                  <a:cubicBezTo>
                    <a:pt x="390" y="13"/>
                    <a:pt x="390" y="14"/>
                    <a:pt x="390" y="16"/>
                  </a:cubicBezTo>
                  <a:cubicBezTo>
                    <a:pt x="390" y="29"/>
                    <a:pt x="390" y="29"/>
                    <a:pt x="390" y="29"/>
                  </a:cubicBezTo>
                  <a:cubicBezTo>
                    <a:pt x="393" y="29"/>
                    <a:pt x="393" y="29"/>
                    <a:pt x="393" y="29"/>
                  </a:cubicBezTo>
                  <a:cubicBezTo>
                    <a:pt x="393" y="14"/>
                    <a:pt x="393" y="14"/>
                    <a:pt x="393" y="14"/>
                  </a:cubicBezTo>
                  <a:cubicBezTo>
                    <a:pt x="393" y="12"/>
                    <a:pt x="393" y="10"/>
                    <a:pt x="392" y="9"/>
                  </a:cubicBezTo>
                  <a:close/>
                  <a:moveTo>
                    <a:pt x="51" y="20"/>
                  </a:moveTo>
                  <a:cubicBezTo>
                    <a:pt x="50" y="24"/>
                    <a:pt x="50" y="24"/>
                    <a:pt x="50" y="24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3"/>
                    <a:pt x="37" y="24"/>
                    <a:pt x="37" y="24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4" y="8"/>
                    <a:pt x="54" y="8"/>
                    <a:pt x="54" y="8"/>
                  </a:cubicBezTo>
                  <a:lnTo>
                    <a:pt x="51" y="20"/>
                  </a:lnTo>
                  <a:close/>
                  <a:moveTo>
                    <a:pt x="22" y="20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3"/>
                    <a:pt x="9" y="24"/>
                    <a:pt x="9" y="2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5" y="8"/>
                    <a:pt x="25" y="8"/>
                    <a:pt x="25" y="8"/>
                  </a:cubicBezTo>
                  <a:lnTo>
                    <a:pt x="22" y="20"/>
                  </a:lnTo>
                  <a:close/>
                  <a:moveTo>
                    <a:pt x="88" y="29"/>
                  </a:moveTo>
                  <a:cubicBezTo>
                    <a:pt x="92" y="29"/>
                    <a:pt x="92" y="29"/>
                    <a:pt x="92" y="29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8" y="25"/>
                    <a:pt x="88" y="25"/>
                    <a:pt x="88" y="25"/>
                  </a:cubicBezTo>
                  <a:lnTo>
                    <a:pt x="88" y="29"/>
                  </a:lnTo>
                  <a:close/>
                  <a:moveTo>
                    <a:pt x="80" y="20"/>
                  </a:moveTo>
                  <a:cubicBezTo>
                    <a:pt x="78" y="24"/>
                    <a:pt x="78" y="24"/>
                    <a:pt x="78" y="24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7" y="23"/>
                    <a:pt x="66" y="24"/>
                    <a:pt x="66" y="24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3" y="8"/>
                    <a:pt x="83" y="8"/>
                    <a:pt x="83" y="8"/>
                  </a:cubicBezTo>
                  <a:lnTo>
                    <a:pt x="80" y="20"/>
                  </a:lnTo>
                  <a:close/>
                  <a:moveTo>
                    <a:pt x="214" y="7"/>
                  </a:moveTo>
                  <a:cubicBezTo>
                    <a:pt x="211" y="7"/>
                    <a:pt x="208" y="8"/>
                    <a:pt x="207" y="10"/>
                  </a:cubicBezTo>
                  <a:cubicBezTo>
                    <a:pt x="205" y="12"/>
                    <a:pt x="204" y="15"/>
                    <a:pt x="204" y="18"/>
                  </a:cubicBezTo>
                  <a:cubicBezTo>
                    <a:pt x="204" y="22"/>
                    <a:pt x="205" y="24"/>
                    <a:pt x="207" y="26"/>
                  </a:cubicBezTo>
                  <a:cubicBezTo>
                    <a:pt x="208" y="28"/>
                    <a:pt x="211" y="29"/>
                    <a:pt x="214" y="29"/>
                  </a:cubicBezTo>
                  <a:cubicBezTo>
                    <a:pt x="216" y="29"/>
                    <a:pt x="218" y="29"/>
                    <a:pt x="220" y="27"/>
                  </a:cubicBezTo>
                  <a:cubicBezTo>
                    <a:pt x="221" y="26"/>
                    <a:pt x="222" y="25"/>
                    <a:pt x="223" y="22"/>
                  </a:cubicBezTo>
                  <a:cubicBezTo>
                    <a:pt x="219" y="22"/>
                    <a:pt x="219" y="22"/>
                    <a:pt x="219" y="22"/>
                  </a:cubicBezTo>
                  <a:cubicBezTo>
                    <a:pt x="219" y="23"/>
                    <a:pt x="218" y="25"/>
                    <a:pt x="217" y="25"/>
                  </a:cubicBezTo>
                  <a:cubicBezTo>
                    <a:pt x="216" y="26"/>
                    <a:pt x="215" y="26"/>
                    <a:pt x="214" y="26"/>
                  </a:cubicBezTo>
                  <a:cubicBezTo>
                    <a:pt x="212" y="26"/>
                    <a:pt x="211" y="26"/>
                    <a:pt x="210" y="24"/>
                  </a:cubicBezTo>
                  <a:cubicBezTo>
                    <a:pt x="208" y="23"/>
                    <a:pt x="208" y="21"/>
                    <a:pt x="208" y="19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23" y="19"/>
                    <a:pt x="223" y="18"/>
                    <a:pt x="223" y="18"/>
                  </a:cubicBezTo>
                  <a:cubicBezTo>
                    <a:pt x="223" y="15"/>
                    <a:pt x="222" y="12"/>
                    <a:pt x="220" y="10"/>
                  </a:cubicBezTo>
                  <a:cubicBezTo>
                    <a:pt x="219" y="8"/>
                    <a:pt x="216" y="7"/>
                    <a:pt x="214" y="7"/>
                  </a:cubicBezTo>
                  <a:close/>
                  <a:moveTo>
                    <a:pt x="208" y="16"/>
                  </a:moveTo>
                  <a:cubicBezTo>
                    <a:pt x="208" y="14"/>
                    <a:pt x="209" y="13"/>
                    <a:pt x="210" y="12"/>
                  </a:cubicBezTo>
                  <a:cubicBezTo>
                    <a:pt x="211" y="11"/>
                    <a:pt x="212" y="10"/>
                    <a:pt x="214" y="10"/>
                  </a:cubicBezTo>
                  <a:cubicBezTo>
                    <a:pt x="215" y="10"/>
                    <a:pt x="217" y="11"/>
                    <a:pt x="218" y="12"/>
                  </a:cubicBezTo>
                  <a:cubicBezTo>
                    <a:pt x="219" y="13"/>
                    <a:pt x="219" y="15"/>
                    <a:pt x="219" y="16"/>
                  </a:cubicBezTo>
                  <a:lnTo>
                    <a:pt x="208" y="16"/>
                  </a:lnTo>
                  <a:close/>
                  <a:moveTo>
                    <a:pt x="285" y="26"/>
                  </a:moveTo>
                  <a:cubicBezTo>
                    <a:pt x="284" y="26"/>
                    <a:pt x="284" y="26"/>
                    <a:pt x="283" y="25"/>
                  </a:cubicBezTo>
                  <a:cubicBezTo>
                    <a:pt x="283" y="25"/>
                    <a:pt x="283" y="25"/>
                    <a:pt x="283" y="25"/>
                  </a:cubicBezTo>
                  <a:cubicBezTo>
                    <a:pt x="283" y="24"/>
                    <a:pt x="283" y="24"/>
                    <a:pt x="283" y="23"/>
                  </a:cubicBezTo>
                  <a:cubicBezTo>
                    <a:pt x="283" y="11"/>
                    <a:pt x="283" y="11"/>
                    <a:pt x="283" y="11"/>
                  </a:cubicBezTo>
                  <a:cubicBezTo>
                    <a:pt x="286" y="11"/>
                    <a:pt x="286" y="11"/>
                    <a:pt x="286" y="11"/>
                  </a:cubicBezTo>
                  <a:cubicBezTo>
                    <a:pt x="286" y="8"/>
                    <a:pt x="286" y="8"/>
                    <a:pt x="286" y="8"/>
                  </a:cubicBezTo>
                  <a:cubicBezTo>
                    <a:pt x="283" y="8"/>
                    <a:pt x="283" y="8"/>
                    <a:pt x="283" y="8"/>
                  </a:cubicBezTo>
                  <a:cubicBezTo>
                    <a:pt x="283" y="1"/>
                    <a:pt x="283" y="1"/>
                    <a:pt x="283" y="1"/>
                  </a:cubicBezTo>
                  <a:cubicBezTo>
                    <a:pt x="279" y="3"/>
                    <a:pt x="279" y="3"/>
                    <a:pt x="279" y="3"/>
                  </a:cubicBezTo>
                  <a:cubicBezTo>
                    <a:pt x="279" y="8"/>
                    <a:pt x="279" y="8"/>
                    <a:pt x="279" y="8"/>
                  </a:cubicBezTo>
                  <a:cubicBezTo>
                    <a:pt x="277" y="8"/>
                    <a:pt x="277" y="8"/>
                    <a:pt x="277" y="8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9" y="11"/>
                    <a:pt x="279" y="11"/>
                    <a:pt x="279" y="11"/>
                  </a:cubicBezTo>
                  <a:cubicBezTo>
                    <a:pt x="279" y="23"/>
                    <a:pt x="279" y="23"/>
                    <a:pt x="279" y="23"/>
                  </a:cubicBezTo>
                  <a:cubicBezTo>
                    <a:pt x="279" y="25"/>
                    <a:pt x="279" y="26"/>
                    <a:pt x="280" y="27"/>
                  </a:cubicBezTo>
                  <a:cubicBezTo>
                    <a:pt x="280" y="27"/>
                    <a:pt x="280" y="28"/>
                    <a:pt x="281" y="28"/>
                  </a:cubicBezTo>
                  <a:cubicBezTo>
                    <a:pt x="282" y="29"/>
                    <a:pt x="283" y="29"/>
                    <a:pt x="284" y="29"/>
                  </a:cubicBezTo>
                  <a:cubicBezTo>
                    <a:pt x="285" y="29"/>
                    <a:pt x="286" y="29"/>
                    <a:pt x="287" y="29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6"/>
                    <a:pt x="285" y="26"/>
                    <a:pt x="285" y="26"/>
                  </a:cubicBezTo>
                  <a:close/>
                  <a:moveTo>
                    <a:pt x="335" y="25"/>
                  </a:moveTo>
                  <a:cubicBezTo>
                    <a:pt x="334" y="26"/>
                    <a:pt x="333" y="26"/>
                    <a:pt x="331" y="26"/>
                  </a:cubicBezTo>
                  <a:cubicBezTo>
                    <a:pt x="330" y="26"/>
                    <a:pt x="328" y="26"/>
                    <a:pt x="327" y="24"/>
                  </a:cubicBezTo>
                  <a:cubicBezTo>
                    <a:pt x="326" y="23"/>
                    <a:pt x="326" y="21"/>
                    <a:pt x="326" y="18"/>
                  </a:cubicBezTo>
                  <a:cubicBezTo>
                    <a:pt x="326" y="16"/>
                    <a:pt x="326" y="14"/>
                    <a:pt x="327" y="12"/>
                  </a:cubicBezTo>
                  <a:cubicBezTo>
                    <a:pt x="328" y="11"/>
                    <a:pt x="330" y="10"/>
                    <a:pt x="332" y="10"/>
                  </a:cubicBezTo>
                  <a:cubicBezTo>
                    <a:pt x="333" y="10"/>
                    <a:pt x="334" y="11"/>
                    <a:pt x="335" y="11"/>
                  </a:cubicBezTo>
                  <a:cubicBezTo>
                    <a:pt x="335" y="12"/>
                    <a:pt x="336" y="13"/>
                    <a:pt x="336" y="15"/>
                  </a:cubicBezTo>
                  <a:cubicBezTo>
                    <a:pt x="340" y="14"/>
                    <a:pt x="340" y="14"/>
                    <a:pt x="340" y="14"/>
                  </a:cubicBezTo>
                  <a:cubicBezTo>
                    <a:pt x="339" y="12"/>
                    <a:pt x="338" y="10"/>
                    <a:pt x="337" y="9"/>
                  </a:cubicBezTo>
                  <a:cubicBezTo>
                    <a:pt x="335" y="8"/>
                    <a:pt x="334" y="7"/>
                    <a:pt x="331" y="7"/>
                  </a:cubicBezTo>
                  <a:cubicBezTo>
                    <a:pt x="330" y="7"/>
                    <a:pt x="328" y="8"/>
                    <a:pt x="326" y="9"/>
                  </a:cubicBezTo>
                  <a:cubicBezTo>
                    <a:pt x="325" y="10"/>
                    <a:pt x="324" y="11"/>
                    <a:pt x="323" y="12"/>
                  </a:cubicBezTo>
                  <a:cubicBezTo>
                    <a:pt x="322" y="14"/>
                    <a:pt x="322" y="16"/>
                    <a:pt x="322" y="18"/>
                  </a:cubicBezTo>
                  <a:cubicBezTo>
                    <a:pt x="322" y="22"/>
                    <a:pt x="323" y="24"/>
                    <a:pt x="325" y="26"/>
                  </a:cubicBezTo>
                  <a:cubicBezTo>
                    <a:pt x="326" y="28"/>
                    <a:pt x="329" y="29"/>
                    <a:pt x="331" y="29"/>
                  </a:cubicBezTo>
                  <a:cubicBezTo>
                    <a:pt x="334" y="29"/>
                    <a:pt x="336" y="28"/>
                    <a:pt x="337" y="27"/>
                  </a:cubicBezTo>
                  <a:cubicBezTo>
                    <a:pt x="339" y="26"/>
                    <a:pt x="340" y="24"/>
                    <a:pt x="340" y="22"/>
                  </a:cubicBezTo>
                  <a:cubicBezTo>
                    <a:pt x="337" y="21"/>
                    <a:pt x="337" y="21"/>
                    <a:pt x="337" y="21"/>
                  </a:cubicBezTo>
                  <a:cubicBezTo>
                    <a:pt x="336" y="23"/>
                    <a:pt x="336" y="24"/>
                    <a:pt x="335" y="25"/>
                  </a:cubicBezTo>
                  <a:close/>
                  <a:moveTo>
                    <a:pt x="298" y="7"/>
                  </a:moveTo>
                  <a:cubicBezTo>
                    <a:pt x="295" y="7"/>
                    <a:pt x="293" y="8"/>
                    <a:pt x="291" y="10"/>
                  </a:cubicBezTo>
                  <a:cubicBezTo>
                    <a:pt x="289" y="12"/>
                    <a:pt x="288" y="15"/>
                    <a:pt x="288" y="18"/>
                  </a:cubicBezTo>
                  <a:cubicBezTo>
                    <a:pt x="288" y="22"/>
                    <a:pt x="289" y="24"/>
                    <a:pt x="291" y="26"/>
                  </a:cubicBezTo>
                  <a:cubicBezTo>
                    <a:pt x="293" y="28"/>
                    <a:pt x="295" y="29"/>
                    <a:pt x="298" y="29"/>
                  </a:cubicBezTo>
                  <a:cubicBezTo>
                    <a:pt x="301" y="29"/>
                    <a:pt x="303" y="29"/>
                    <a:pt x="304" y="27"/>
                  </a:cubicBezTo>
                  <a:cubicBezTo>
                    <a:pt x="306" y="26"/>
                    <a:pt x="307" y="25"/>
                    <a:pt x="307" y="22"/>
                  </a:cubicBezTo>
                  <a:cubicBezTo>
                    <a:pt x="304" y="22"/>
                    <a:pt x="304" y="22"/>
                    <a:pt x="304" y="22"/>
                  </a:cubicBezTo>
                  <a:cubicBezTo>
                    <a:pt x="303" y="23"/>
                    <a:pt x="303" y="25"/>
                    <a:pt x="302" y="25"/>
                  </a:cubicBezTo>
                  <a:cubicBezTo>
                    <a:pt x="301" y="26"/>
                    <a:pt x="300" y="26"/>
                    <a:pt x="298" y="26"/>
                  </a:cubicBezTo>
                  <a:cubicBezTo>
                    <a:pt x="297" y="26"/>
                    <a:pt x="295" y="26"/>
                    <a:pt x="294" y="24"/>
                  </a:cubicBezTo>
                  <a:cubicBezTo>
                    <a:pt x="293" y="23"/>
                    <a:pt x="292" y="21"/>
                    <a:pt x="292" y="19"/>
                  </a:cubicBezTo>
                  <a:cubicBezTo>
                    <a:pt x="308" y="19"/>
                    <a:pt x="308" y="19"/>
                    <a:pt x="308" y="19"/>
                  </a:cubicBezTo>
                  <a:cubicBezTo>
                    <a:pt x="308" y="19"/>
                    <a:pt x="308" y="18"/>
                    <a:pt x="308" y="18"/>
                  </a:cubicBezTo>
                  <a:cubicBezTo>
                    <a:pt x="308" y="15"/>
                    <a:pt x="307" y="12"/>
                    <a:pt x="305" y="10"/>
                  </a:cubicBezTo>
                  <a:cubicBezTo>
                    <a:pt x="303" y="8"/>
                    <a:pt x="301" y="7"/>
                    <a:pt x="298" y="7"/>
                  </a:cubicBezTo>
                  <a:close/>
                  <a:moveTo>
                    <a:pt x="292" y="16"/>
                  </a:moveTo>
                  <a:cubicBezTo>
                    <a:pt x="292" y="14"/>
                    <a:pt x="293" y="13"/>
                    <a:pt x="294" y="12"/>
                  </a:cubicBezTo>
                  <a:cubicBezTo>
                    <a:pt x="295" y="11"/>
                    <a:pt x="297" y="10"/>
                    <a:pt x="298" y="10"/>
                  </a:cubicBezTo>
                  <a:cubicBezTo>
                    <a:pt x="300" y="10"/>
                    <a:pt x="301" y="11"/>
                    <a:pt x="303" y="12"/>
                  </a:cubicBezTo>
                  <a:cubicBezTo>
                    <a:pt x="303" y="13"/>
                    <a:pt x="304" y="15"/>
                    <a:pt x="304" y="16"/>
                  </a:cubicBezTo>
                  <a:lnTo>
                    <a:pt x="292" y="16"/>
                  </a:lnTo>
                  <a:close/>
                  <a:moveTo>
                    <a:pt x="270" y="4"/>
                  </a:moveTo>
                  <a:cubicBezTo>
                    <a:pt x="273" y="4"/>
                    <a:pt x="273" y="4"/>
                    <a:pt x="273" y="4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0" y="0"/>
                    <a:pt x="270" y="0"/>
                    <a:pt x="270" y="0"/>
                  </a:cubicBezTo>
                  <a:lnTo>
                    <a:pt x="270" y="4"/>
                  </a:lnTo>
                  <a:close/>
                  <a:moveTo>
                    <a:pt x="351" y="7"/>
                  </a:moveTo>
                  <a:cubicBezTo>
                    <a:pt x="349" y="7"/>
                    <a:pt x="347" y="8"/>
                    <a:pt x="345" y="10"/>
                  </a:cubicBezTo>
                  <a:cubicBezTo>
                    <a:pt x="343" y="12"/>
                    <a:pt x="342" y="14"/>
                    <a:pt x="342" y="18"/>
                  </a:cubicBezTo>
                  <a:cubicBezTo>
                    <a:pt x="342" y="22"/>
                    <a:pt x="343" y="24"/>
                    <a:pt x="344" y="26"/>
                  </a:cubicBezTo>
                  <a:cubicBezTo>
                    <a:pt x="346" y="28"/>
                    <a:pt x="349" y="29"/>
                    <a:pt x="351" y="29"/>
                  </a:cubicBezTo>
                  <a:cubicBezTo>
                    <a:pt x="353" y="29"/>
                    <a:pt x="355" y="29"/>
                    <a:pt x="356" y="28"/>
                  </a:cubicBezTo>
                  <a:cubicBezTo>
                    <a:pt x="358" y="27"/>
                    <a:pt x="359" y="26"/>
                    <a:pt x="360" y="24"/>
                  </a:cubicBezTo>
                  <a:cubicBezTo>
                    <a:pt x="361" y="23"/>
                    <a:pt x="361" y="21"/>
                    <a:pt x="361" y="18"/>
                  </a:cubicBezTo>
                  <a:cubicBezTo>
                    <a:pt x="361" y="15"/>
                    <a:pt x="360" y="12"/>
                    <a:pt x="358" y="10"/>
                  </a:cubicBezTo>
                  <a:cubicBezTo>
                    <a:pt x="357" y="8"/>
                    <a:pt x="354" y="7"/>
                    <a:pt x="351" y="7"/>
                  </a:cubicBezTo>
                  <a:close/>
                  <a:moveTo>
                    <a:pt x="356" y="24"/>
                  </a:moveTo>
                  <a:cubicBezTo>
                    <a:pt x="355" y="26"/>
                    <a:pt x="353" y="26"/>
                    <a:pt x="351" y="26"/>
                  </a:cubicBezTo>
                  <a:cubicBezTo>
                    <a:pt x="350" y="26"/>
                    <a:pt x="348" y="26"/>
                    <a:pt x="347" y="24"/>
                  </a:cubicBezTo>
                  <a:cubicBezTo>
                    <a:pt x="346" y="23"/>
                    <a:pt x="345" y="21"/>
                    <a:pt x="345" y="18"/>
                  </a:cubicBezTo>
                  <a:cubicBezTo>
                    <a:pt x="345" y="16"/>
                    <a:pt x="346" y="14"/>
                    <a:pt x="347" y="12"/>
                  </a:cubicBezTo>
                  <a:cubicBezTo>
                    <a:pt x="348" y="11"/>
                    <a:pt x="350" y="10"/>
                    <a:pt x="351" y="10"/>
                  </a:cubicBezTo>
                  <a:cubicBezTo>
                    <a:pt x="353" y="10"/>
                    <a:pt x="355" y="11"/>
                    <a:pt x="356" y="12"/>
                  </a:cubicBezTo>
                  <a:cubicBezTo>
                    <a:pt x="357" y="14"/>
                    <a:pt x="358" y="16"/>
                    <a:pt x="358" y="18"/>
                  </a:cubicBezTo>
                  <a:cubicBezTo>
                    <a:pt x="358" y="21"/>
                    <a:pt x="357" y="23"/>
                    <a:pt x="356" y="24"/>
                  </a:cubicBezTo>
                  <a:close/>
                  <a:moveTo>
                    <a:pt x="243" y="10"/>
                  </a:moveTo>
                  <a:cubicBezTo>
                    <a:pt x="242" y="9"/>
                    <a:pt x="241" y="9"/>
                    <a:pt x="240" y="8"/>
                  </a:cubicBezTo>
                  <a:cubicBezTo>
                    <a:pt x="239" y="8"/>
                    <a:pt x="238" y="7"/>
                    <a:pt x="237" y="7"/>
                  </a:cubicBezTo>
                  <a:cubicBezTo>
                    <a:pt x="234" y="7"/>
                    <a:pt x="232" y="8"/>
                    <a:pt x="231" y="10"/>
                  </a:cubicBezTo>
                  <a:cubicBezTo>
                    <a:pt x="231" y="0"/>
                    <a:pt x="231" y="0"/>
                    <a:pt x="231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31" y="29"/>
                    <a:pt x="231" y="29"/>
                    <a:pt x="231" y="29"/>
                  </a:cubicBezTo>
                  <a:cubicBezTo>
                    <a:pt x="231" y="26"/>
                    <a:pt x="231" y="26"/>
                    <a:pt x="231" y="26"/>
                  </a:cubicBezTo>
                  <a:cubicBezTo>
                    <a:pt x="232" y="28"/>
                    <a:pt x="234" y="29"/>
                    <a:pt x="236" y="29"/>
                  </a:cubicBezTo>
                  <a:cubicBezTo>
                    <a:pt x="239" y="29"/>
                    <a:pt x="241" y="28"/>
                    <a:pt x="243" y="26"/>
                  </a:cubicBezTo>
                  <a:cubicBezTo>
                    <a:pt x="244" y="24"/>
                    <a:pt x="245" y="22"/>
                    <a:pt x="245" y="18"/>
                  </a:cubicBezTo>
                  <a:cubicBezTo>
                    <a:pt x="245" y="16"/>
                    <a:pt x="245" y="15"/>
                    <a:pt x="245" y="14"/>
                  </a:cubicBezTo>
                  <a:cubicBezTo>
                    <a:pt x="244" y="12"/>
                    <a:pt x="244" y="11"/>
                    <a:pt x="243" y="10"/>
                  </a:cubicBezTo>
                  <a:close/>
                  <a:moveTo>
                    <a:pt x="240" y="24"/>
                  </a:moveTo>
                  <a:cubicBezTo>
                    <a:pt x="239" y="26"/>
                    <a:pt x="238" y="26"/>
                    <a:pt x="236" y="26"/>
                  </a:cubicBezTo>
                  <a:cubicBezTo>
                    <a:pt x="234" y="26"/>
                    <a:pt x="233" y="25"/>
                    <a:pt x="232" y="24"/>
                  </a:cubicBezTo>
                  <a:cubicBezTo>
                    <a:pt x="231" y="22"/>
                    <a:pt x="231" y="21"/>
                    <a:pt x="231" y="18"/>
                  </a:cubicBezTo>
                  <a:cubicBezTo>
                    <a:pt x="231" y="16"/>
                    <a:pt x="231" y="14"/>
                    <a:pt x="232" y="12"/>
                  </a:cubicBezTo>
                  <a:cubicBezTo>
                    <a:pt x="233" y="11"/>
                    <a:pt x="235" y="10"/>
                    <a:pt x="236" y="10"/>
                  </a:cubicBezTo>
                  <a:cubicBezTo>
                    <a:pt x="238" y="10"/>
                    <a:pt x="239" y="11"/>
                    <a:pt x="240" y="12"/>
                  </a:cubicBezTo>
                  <a:cubicBezTo>
                    <a:pt x="241" y="14"/>
                    <a:pt x="242" y="16"/>
                    <a:pt x="242" y="18"/>
                  </a:cubicBezTo>
                  <a:cubicBezTo>
                    <a:pt x="242" y="21"/>
                    <a:pt x="241" y="23"/>
                    <a:pt x="240" y="24"/>
                  </a:cubicBezTo>
                  <a:close/>
                  <a:moveTo>
                    <a:pt x="270" y="29"/>
                  </a:moveTo>
                  <a:cubicBezTo>
                    <a:pt x="273" y="29"/>
                    <a:pt x="273" y="29"/>
                    <a:pt x="273" y="29"/>
                  </a:cubicBezTo>
                  <a:cubicBezTo>
                    <a:pt x="273" y="8"/>
                    <a:pt x="273" y="8"/>
                    <a:pt x="273" y="8"/>
                  </a:cubicBezTo>
                  <a:cubicBezTo>
                    <a:pt x="270" y="8"/>
                    <a:pt x="270" y="8"/>
                    <a:pt x="270" y="8"/>
                  </a:cubicBezTo>
                  <a:lnTo>
                    <a:pt x="270" y="29"/>
                  </a:lnTo>
                  <a:close/>
                  <a:moveTo>
                    <a:pt x="313" y="29"/>
                  </a:moveTo>
                  <a:cubicBezTo>
                    <a:pt x="317" y="29"/>
                    <a:pt x="317" y="29"/>
                    <a:pt x="317" y="29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3" y="25"/>
                    <a:pt x="313" y="25"/>
                    <a:pt x="313" y="25"/>
                  </a:cubicBezTo>
                  <a:lnTo>
                    <a:pt x="313" y="29"/>
                  </a:lnTo>
                  <a:close/>
                  <a:moveTo>
                    <a:pt x="262" y="18"/>
                  </a:moveTo>
                  <a:cubicBezTo>
                    <a:pt x="261" y="17"/>
                    <a:pt x="260" y="17"/>
                    <a:pt x="257" y="16"/>
                  </a:cubicBezTo>
                  <a:cubicBezTo>
                    <a:pt x="255" y="16"/>
                    <a:pt x="254" y="15"/>
                    <a:pt x="254" y="15"/>
                  </a:cubicBezTo>
                  <a:cubicBezTo>
                    <a:pt x="253" y="15"/>
                    <a:pt x="253" y="15"/>
                    <a:pt x="253" y="14"/>
                  </a:cubicBezTo>
                  <a:cubicBezTo>
                    <a:pt x="252" y="14"/>
                    <a:pt x="252" y="13"/>
                    <a:pt x="252" y="13"/>
                  </a:cubicBezTo>
                  <a:cubicBezTo>
                    <a:pt x="252" y="12"/>
                    <a:pt x="253" y="12"/>
                    <a:pt x="253" y="11"/>
                  </a:cubicBezTo>
                  <a:cubicBezTo>
                    <a:pt x="254" y="11"/>
                    <a:pt x="255" y="10"/>
                    <a:pt x="257" y="10"/>
                  </a:cubicBezTo>
                  <a:cubicBezTo>
                    <a:pt x="258" y="10"/>
                    <a:pt x="259" y="11"/>
                    <a:pt x="260" y="11"/>
                  </a:cubicBezTo>
                  <a:cubicBezTo>
                    <a:pt x="261" y="12"/>
                    <a:pt x="261" y="13"/>
                    <a:pt x="261" y="14"/>
                  </a:cubicBezTo>
                  <a:cubicBezTo>
                    <a:pt x="265" y="13"/>
                    <a:pt x="265" y="13"/>
                    <a:pt x="265" y="13"/>
                  </a:cubicBezTo>
                  <a:cubicBezTo>
                    <a:pt x="264" y="12"/>
                    <a:pt x="264" y="11"/>
                    <a:pt x="263" y="10"/>
                  </a:cubicBezTo>
                  <a:cubicBezTo>
                    <a:pt x="263" y="9"/>
                    <a:pt x="262" y="9"/>
                    <a:pt x="261" y="8"/>
                  </a:cubicBezTo>
                  <a:cubicBezTo>
                    <a:pt x="260" y="8"/>
                    <a:pt x="258" y="7"/>
                    <a:pt x="256" y="7"/>
                  </a:cubicBezTo>
                  <a:cubicBezTo>
                    <a:pt x="255" y="7"/>
                    <a:pt x="254" y="8"/>
                    <a:pt x="253" y="8"/>
                  </a:cubicBezTo>
                  <a:cubicBezTo>
                    <a:pt x="252" y="8"/>
                    <a:pt x="252" y="8"/>
                    <a:pt x="251" y="9"/>
                  </a:cubicBezTo>
                  <a:cubicBezTo>
                    <a:pt x="250" y="9"/>
                    <a:pt x="250" y="10"/>
                    <a:pt x="249" y="11"/>
                  </a:cubicBezTo>
                  <a:cubicBezTo>
                    <a:pt x="249" y="12"/>
                    <a:pt x="249" y="12"/>
                    <a:pt x="249" y="13"/>
                  </a:cubicBezTo>
                  <a:cubicBezTo>
                    <a:pt x="249" y="14"/>
                    <a:pt x="249" y="15"/>
                    <a:pt x="250" y="16"/>
                  </a:cubicBezTo>
                  <a:cubicBezTo>
                    <a:pt x="250" y="17"/>
                    <a:pt x="251" y="18"/>
                    <a:pt x="252" y="18"/>
                  </a:cubicBezTo>
                  <a:cubicBezTo>
                    <a:pt x="253" y="19"/>
                    <a:pt x="255" y="19"/>
                    <a:pt x="257" y="20"/>
                  </a:cubicBezTo>
                  <a:cubicBezTo>
                    <a:pt x="259" y="20"/>
                    <a:pt x="260" y="21"/>
                    <a:pt x="261" y="21"/>
                  </a:cubicBezTo>
                  <a:cubicBezTo>
                    <a:pt x="262" y="22"/>
                    <a:pt x="262" y="22"/>
                    <a:pt x="262" y="23"/>
                  </a:cubicBezTo>
                  <a:cubicBezTo>
                    <a:pt x="262" y="24"/>
                    <a:pt x="261" y="25"/>
                    <a:pt x="261" y="25"/>
                  </a:cubicBezTo>
                  <a:cubicBezTo>
                    <a:pt x="260" y="26"/>
                    <a:pt x="259" y="26"/>
                    <a:pt x="257" y="26"/>
                  </a:cubicBezTo>
                  <a:cubicBezTo>
                    <a:pt x="255" y="26"/>
                    <a:pt x="254" y="26"/>
                    <a:pt x="253" y="25"/>
                  </a:cubicBezTo>
                  <a:cubicBezTo>
                    <a:pt x="252" y="24"/>
                    <a:pt x="252" y="23"/>
                    <a:pt x="252" y="22"/>
                  </a:cubicBezTo>
                  <a:cubicBezTo>
                    <a:pt x="248" y="22"/>
                    <a:pt x="248" y="22"/>
                    <a:pt x="248" y="22"/>
                  </a:cubicBezTo>
                  <a:cubicBezTo>
                    <a:pt x="249" y="25"/>
                    <a:pt x="250" y="26"/>
                    <a:pt x="251" y="27"/>
                  </a:cubicBezTo>
                  <a:cubicBezTo>
                    <a:pt x="252" y="29"/>
                    <a:pt x="254" y="29"/>
                    <a:pt x="257" y="29"/>
                  </a:cubicBezTo>
                  <a:cubicBezTo>
                    <a:pt x="259" y="29"/>
                    <a:pt x="260" y="29"/>
                    <a:pt x="261" y="28"/>
                  </a:cubicBezTo>
                  <a:cubicBezTo>
                    <a:pt x="263" y="28"/>
                    <a:pt x="264" y="27"/>
                    <a:pt x="264" y="26"/>
                  </a:cubicBezTo>
                  <a:cubicBezTo>
                    <a:pt x="265" y="25"/>
                    <a:pt x="265" y="24"/>
                    <a:pt x="265" y="23"/>
                  </a:cubicBezTo>
                  <a:cubicBezTo>
                    <a:pt x="265" y="21"/>
                    <a:pt x="265" y="20"/>
                    <a:pt x="265" y="20"/>
                  </a:cubicBezTo>
                  <a:cubicBezTo>
                    <a:pt x="264" y="19"/>
                    <a:pt x="263" y="18"/>
                    <a:pt x="26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71" tIns="48385" rIns="96771" bIns="48385" numCol="1" anchor="t" anchorCtr="0" compatLnSpc="1"/>
            <a:lstStyle/>
            <a:p>
              <a:pPr eaLnBrk="0" fontAlgn="base" hangingPunct="0"/>
              <a:endParaRPr lang="ko-KR" alt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180976" y="180975"/>
            <a:ext cx="11818313" cy="6496050"/>
          </a:xfrm>
          <a:prstGeom prst="roundRect">
            <a:avLst>
              <a:gd name="adj" fmla="val 4407"/>
            </a:avLst>
          </a:prstGeom>
          <a:solidFill>
            <a:schemeClr val="bg1"/>
          </a:solidFill>
          <a:ln>
            <a:noFill/>
          </a:ln>
        </p:spPr>
        <p:txBody>
          <a:bodyPr vert="horz" wrap="square" lIns="80013" tIns="40006" rIns="80013" bIns="40006" numCol="1" anchor="t" anchorCtr="0" compatLnSpc="1"/>
          <a:lstStyle/>
          <a:p>
            <a:pPr lvl="0" eaLnBrk="0" fontAlgn="base" hangingPunct="0"/>
            <a:endParaRPr lang="en-US" sz="1905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1589" y="1"/>
            <a:ext cx="3421063" cy="2041525"/>
            <a:chOff x="1588" y="0"/>
            <a:chExt cx="3421063" cy="2041525"/>
          </a:xfrm>
        </p:grpSpPr>
        <p:sp>
          <p:nvSpPr>
            <p:cNvPr id="21" name="Freeform 30"/>
            <p:cNvSpPr/>
            <p:nvPr userDrawn="1"/>
          </p:nvSpPr>
          <p:spPr bwMode="auto">
            <a:xfrm>
              <a:off x="1211263" y="0"/>
              <a:ext cx="2211388" cy="2041525"/>
            </a:xfrm>
            <a:custGeom>
              <a:avLst/>
              <a:gdLst>
                <a:gd name="T0" fmla="*/ 697 w 697"/>
                <a:gd name="T1" fmla="*/ 0 h 643"/>
                <a:gd name="T2" fmla="*/ 67 w 697"/>
                <a:gd name="T3" fmla="*/ 630 h 643"/>
                <a:gd name="T4" fmla="*/ 23 w 697"/>
                <a:gd name="T5" fmla="*/ 636 h 643"/>
                <a:gd name="T6" fmla="*/ 22 w 697"/>
                <a:gd name="T7" fmla="*/ 635 h 643"/>
                <a:gd name="T8" fmla="*/ 5 w 697"/>
                <a:gd name="T9" fmla="*/ 594 h 643"/>
                <a:gd name="T10" fmla="*/ 52 w 697"/>
                <a:gd name="T11" fmla="*/ 417 h 643"/>
                <a:gd name="T12" fmla="*/ 278 w 697"/>
                <a:gd name="T13" fmla="*/ 192 h 643"/>
                <a:gd name="T14" fmla="*/ 278 w 697"/>
                <a:gd name="T15" fmla="*/ 191 h 643"/>
                <a:gd name="T16" fmla="*/ 470 w 697"/>
                <a:gd name="T17" fmla="*/ 0 h 643"/>
                <a:gd name="T18" fmla="*/ 697 w 697"/>
                <a:gd name="T19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7" h="643">
                  <a:moveTo>
                    <a:pt x="697" y="0"/>
                  </a:moveTo>
                  <a:cubicBezTo>
                    <a:pt x="67" y="630"/>
                    <a:pt x="67" y="630"/>
                    <a:pt x="67" y="630"/>
                  </a:cubicBezTo>
                  <a:cubicBezTo>
                    <a:pt x="54" y="643"/>
                    <a:pt x="37" y="643"/>
                    <a:pt x="23" y="636"/>
                  </a:cubicBezTo>
                  <a:cubicBezTo>
                    <a:pt x="22" y="635"/>
                    <a:pt x="22" y="635"/>
                    <a:pt x="22" y="635"/>
                  </a:cubicBezTo>
                  <a:cubicBezTo>
                    <a:pt x="9" y="627"/>
                    <a:pt x="0" y="612"/>
                    <a:pt x="5" y="594"/>
                  </a:cubicBezTo>
                  <a:cubicBezTo>
                    <a:pt x="52" y="417"/>
                    <a:pt x="52" y="417"/>
                    <a:pt x="52" y="417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8" y="191"/>
                    <a:pt x="278" y="191"/>
                    <a:pt x="278" y="191"/>
                  </a:cubicBezTo>
                  <a:cubicBezTo>
                    <a:pt x="470" y="0"/>
                    <a:pt x="470" y="0"/>
                    <a:pt x="470" y="0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425C90"/>
            </a:soli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31"/>
            <p:cNvSpPr/>
            <p:nvPr userDrawn="1"/>
          </p:nvSpPr>
          <p:spPr bwMode="auto">
            <a:xfrm>
              <a:off x="1211263" y="1323975"/>
              <a:ext cx="527050" cy="717550"/>
            </a:xfrm>
            <a:custGeom>
              <a:avLst/>
              <a:gdLst>
                <a:gd name="T0" fmla="*/ 52 w 166"/>
                <a:gd name="T1" fmla="*/ 0 h 226"/>
                <a:gd name="T2" fmla="*/ 166 w 166"/>
                <a:gd name="T3" fmla="*/ 114 h 226"/>
                <a:gd name="T4" fmla="*/ 67 w 166"/>
                <a:gd name="T5" fmla="*/ 213 h 226"/>
                <a:gd name="T6" fmla="*/ 23 w 166"/>
                <a:gd name="T7" fmla="*/ 219 h 226"/>
                <a:gd name="T8" fmla="*/ 22 w 166"/>
                <a:gd name="T9" fmla="*/ 218 h 226"/>
                <a:gd name="T10" fmla="*/ 5 w 166"/>
                <a:gd name="T11" fmla="*/ 177 h 226"/>
                <a:gd name="T12" fmla="*/ 52 w 166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6" h="226">
                  <a:moveTo>
                    <a:pt x="52" y="0"/>
                  </a:moveTo>
                  <a:cubicBezTo>
                    <a:pt x="166" y="114"/>
                    <a:pt x="166" y="114"/>
                    <a:pt x="166" y="114"/>
                  </a:cubicBezTo>
                  <a:cubicBezTo>
                    <a:pt x="67" y="213"/>
                    <a:pt x="67" y="213"/>
                    <a:pt x="67" y="213"/>
                  </a:cubicBezTo>
                  <a:cubicBezTo>
                    <a:pt x="54" y="226"/>
                    <a:pt x="37" y="226"/>
                    <a:pt x="23" y="219"/>
                  </a:cubicBezTo>
                  <a:cubicBezTo>
                    <a:pt x="22" y="218"/>
                    <a:pt x="22" y="218"/>
                    <a:pt x="22" y="218"/>
                  </a:cubicBezTo>
                  <a:cubicBezTo>
                    <a:pt x="9" y="210"/>
                    <a:pt x="0" y="195"/>
                    <a:pt x="5" y="177"/>
                  </a:cubicBezTo>
                  <a:lnTo>
                    <a:pt x="5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20000"/>
                  </a:schemeClr>
                </a:gs>
                <a:gs pos="50000">
                  <a:schemeClr val="tx1">
                    <a:alpha val="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Freeform 32"/>
            <p:cNvSpPr/>
            <p:nvPr userDrawn="1"/>
          </p:nvSpPr>
          <p:spPr bwMode="auto">
            <a:xfrm>
              <a:off x="1211263" y="606425"/>
              <a:ext cx="882650" cy="1409700"/>
            </a:xfrm>
            <a:custGeom>
              <a:avLst/>
              <a:gdLst>
                <a:gd name="T0" fmla="*/ 278 w 278"/>
                <a:gd name="T1" fmla="*/ 0 h 444"/>
                <a:gd name="T2" fmla="*/ 22 w 278"/>
                <a:gd name="T3" fmla="*/ 444 h 444"/>
                <a:gd name="T4" fmla="*/ 5 w 278"/>
                <a:gd name="T5" fmla="*/ 403 h 444"/>
                <a:gd name="T6" fmla="*/ 52 w 278"/>
                <a:gd name="T7" fmla="*/ 226 h 444"/>
                <a:gd name="T8" fmla="*/ 278 w 278"/>
                <a:gd name="T9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" h="444">
                  <a:moveTo>
                    <a:pt x="278" y="0"/>
                  </a:moveTo>
                  <a:cubicBezTo>
                    <a:pt x="22" y="444"/>
                    <a:pt x="22" y="444"/>
                    <a:pt x="22" y="444"/>
                  </a:cubicBezTo>
                  <a:cubicBezTo>
                    <a:pt x="9" y="436"/>
                    <a:pt x="0" y="421"/>
                    <a:pt x="5" y="403"/>
                  </a:cubicBezTo>
                  <a:cubicBezTo>
                    <a:pt x="52" y="226"/>
                    <a:pt x="52" y="226"/>
                    <a:pt x="52" y="226"/>
                  </a:cubicBezTo>
                  <a:lnTo>
                    <a:pt x="278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33"/>
            <p:cNvSpPr/>
            <p:nvPr userDrawn="1"/>
          </p:nvSpPr>
          <p:spPr bwMode="auto">
            <a:xfrm>
              <a:off x="766763" y="631825"/>
              <a:ext cx="768350" cy="1384300"/>
            </a:xfrm>
            <a:custGeom>
              <a:avLst/>
              <a:gdLst>
                <a:gd name="T0" fmla="*/ 237 w 242"/>
                <a:gd name="T1" fmla="*/ 49 h 436"/>
                <a:gd name="T2" fmla="*/ 233 w 242"/>
                <a:gd name="T3" fmla="*/ 65 h 436"/>
                <a:gd name="T4" fmla="*/ 145 w 242"/>
                <a:gd name="T5" fmla="*/ 395 h 436"/>
                <a:gd name="T6" fmla="*/ 145 w 242"/>
                <a:gd name="T7" fmla="*/ 395 h 436"/>
                <a:gd name="T8" fmla="*/ 162 w 242"/>
                <a:gd name="T9" fmla="*/ 436 h 436"/>
                <a:gd name="T10" fmla="*/ 138 w 242"/>
                <a:gd name="T11" fmla="*/ 422 h 436"/>
                <a:gd name="T12" fmla="*/ 36 w 242"/>
                <a:gd name="T13" fmla="*/ 364 h 436"/>
                <a:gd name="T14" fmla="*/ 23 w 242"/>
                <a:gd name="T15" fmla="*/ 354 h 436"/>
                <a:gd name="T16" fmla="*/ 6 w 242"/>
                <a:gd name="T17" fmla="*/ 292 h 436"/>
                <a:gd name="T18" fmla="*/ 46 w 242"/>
                <a:gd name="T19" fmla="*/ 143 h 436"/>
                <a:gd name="T20" fmla="*/ 175 w 242"/>
                <a:gd name="T21" fmla="*/ 13 h 436"/>
                <a:gd name="T22" fmla="*/ 220 w 242"/>
                <a:gd name="T23" fmla="*/ 7 h 436"/>
                <a:gd name="T24" fmla="*/ 221 w 242"/>
                <a:gd name="T25" fmla="*/ 8 h 436"/>
                <a:gd name="T26" fmla="*/ 237 w 242"/>
                <a:gd name="T27" fmla="*/ 49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2" h="436">
                  <a:moveTo>
                    <a:pt x="237" y="49"/>
                  </a:moveTo>
                  <a:cubicBezTo>
                    <a:pt x="233" y="65"/>
                    <a:pt x="233" y="65"/>
                    <a:pt x="233" y="65"/>
                  </a:cubicBezTo>
                  <a:cubicBezTo>
                    <a:pt x="145" y="395"/>
                    <a:pt x="145" y="395"/>
                    <a:pt x="145" y="395"/>
                  </a:cubicBezTo>
                  <a:cubicBezTo>
                    <a:pt x="145" y="395"/>
                    <a:pt x="145" y="395"/>
                    <a:pt x="145" y="395"/>
                  </a:cubicBezTo>
                  <a:cubicBezTo>
                    <a:pt x="140" y="413"/>
                    <a:pt x="149" y="428"/>
                    <a:pt x="162" y="436"/>
                  </a:cubicBezTo>
                  <a:cubicBezTo>
                    <a:pt x="138" y="422"/>
                    <a:pt x="138" y="422"/>
                    <a:pt x="138" y="422"/>
                  </a:cubicBezTo>
                  <a:cubicBezTo>
                    <a:pt x="36" y="364"/>
                    <a:pt x="36" y="364"/>
                    <a:pt x="36" y="364"/>
                  </a:cubicBezTo>
                  <a:cubicBezTo>
                    <a:pt x="31" y="361"/>
                    <a:pt x="27" y="358"/>
                    <a:pt x="23" y="354"/>
                  </a:cubicBezTo>
                  <a:cubicBezTo>
                    <a:pt x="7" y="338"/>
                    <a:pt x="0" y="314"/>
                    <a:pt x="6" y="292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175" y="13"/>
                    <a:pt x="175" y="13"/>
                    <a:pt x="175" y="13"/>
                  </a:cubicBezTo>
                  <a:cubicBezTo>
                    <a:pt x="189" y="0"/>
                    <a:pt x="206" y="0"/>
                    <a:pt x="220" y="7"/>
                  </a:cubicBezTo>
                  <a:cubicBezTo>
                    <a:pt x="221" y="8"/>
                    <a:pt x="221" y="8"/>
                    <a:pt x="221" y="8"/>
                  </a:cubicBezTo>
                  <a:cubicBezTo>
                    <a:pt x="234" y="16"/>
                    <a:pt x="242" y="32"/>
                    <a:pt x="23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Freeform 34"/>
            <p:cNvSpPr/>
            <p:nvPr userDrawn="1"/>
          </p:nvSpPr>
          <p:spPr bwMode="auto">
            <a:xfrm>
              <a:off x="1588" y="377825"/>
              <a:ext cx="1463675" cy="1619250"/>
            </a:xfrm>
            <a:custGeom>
              <a:avLst/>
              <a:gdLst>
                <a:gd name="T0" fmla="*/ 461 w 461"/>
                <a:gd name="T1" fmla="*/ 87 h 510"/>
                <a:gd name="T2" fmla="*/ 456 w 461"/>
                <a:gd name="T3" fmla="*/ 85 h 510"/>
                <a:gd name="T4" fmla="*/ 452 w 461"/>
                <a:gd name="T5" fmla="*/ 84 h 510"/>
                <a:gd name="T6" fmla="*/ 452 w 461"/>
                <a:gd name="T7" fmla="*/ 84 h 510"/>
                <a:gd name="T8" fmla="*/ 451 w 461"/>
                <a:gd name="T9" fmla="*/ 83 h 510"/>
                <a:gd name="T10" fmla="*/ 450 w 461"/>
                <a:gd name="T11" fmla="*/ 83 h 510"/>
                <a:gd name="T12" fmla="*/ 449 w 461"/>
                <a:gd name="T13" fmla="*/ 83 h 510"/>
                <a:gd name="T14" fmla="*/ 447 w 461"/>
                <a:gd name="T15" fmla="*/ 83 h 510"/>
                <a:gd name="T16" fmla="*/ 445 w 461"/>
                <a:gd name="T17" fmla="*/ 83 h 510"/>
                <a:gd name="T18" fmla="*/ 427 w 461"/>
                <a:gd name="T19" fmla="*/ 86 h 510"/>
                <a:gd name="T20" fmla="*/ 426 w 461"/>
                <a:gd name="T21" fmla="*/ 87 h 510"/>
                <a:gd name="T22" fmla="*/ 426 w 461"/>
                <a:gd name="T23" fmla="*/ 87 h 510"/>
                <a:gd name="T24" fmla="*/ 424 w 461"/>
                <a:gd name="T25" fmla="*/ 87 h 510"/>
                <a:gd name="T26" fmla="*/ 422 w 461"/>
                <a:gd name="T27" fmla="*/ 89 h 510"/>
                <a:gd name="T28" fmla="*/ 418 w 461"/>
                <a:gd name="T29" fmla="*/ 92 h 510"/>
                <a:gd name="T30" fmla="*/ 418 w 461"/>
                <a:gd name="T31" fmla="*/ 92 h 510"/>
                <a:gd name="T32" fmla="*/ 416 w 461"/>
                <a:gd name="T33" fmla="*/ 93 h 510"/>
                <a:gd name="T34" fmla="*/ 318 w 461"/>
                <a:gd name="T35" fmla="*/ 192 h 510"/>
                <a:gd name="T36" fmla="*/ 287 w 461"/>
                <a:gd name="T37" fmla="*/ 223 h 510"/>
                <a:gd name="T38" fmla="*/ 287 w 461"/>
                <a:gd name="T39" fmla="*/ 223 h 510"/>
                <a:gd name="T40" fmla="*/ 0 w 461"/>
                <a:gd name="T41" fmla="*/ 510 h 510"/>
                <a:gd name="T42" fmla="*/ 0 w 461"/>
                <a:gd name="T43" fmla="*/ 283 h 510"/>
                <a:gd name="T44" fmla="*/ 258 w 461"/>
                <a:gd name="T45" fmla="*/ 25 h 510"/>
                <a:gd name="T46" fmla="*/ 335 w 461"/>
                <a:gd name="T47" fmla="*/ 15 h 510"/>
                <a:gd name="T48" fmla="*/ 436 w 461"/>
                <a:gd name="T49" fmla="*/ 73 h 510"/>
                <a:gd name="T50" fmla="*/ 459 w 461"/>
                <a:gd name="T51" fmla="*/ 87 h 510"/>
                <a:gd name="T52" fmla="*/ 460 w 461"/>
                <a:gd name="T53" fmla="*/ 87 h 510"/>
                <a:gd name="T54" fmla="*/ 461 w 461"/>
                <a:gd name="T55" fmla="*/ 87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1" h="510">
                  <a:moveTo>
                    <a:pt x="461" y="87"/>
                  </a:moveTo>
                  <a:cubicBezTo>
                    <a:pt x="459" y="87"/>
                    <a:pt x="458" y="86"/>
                    <a:pt x="456" y="85"/>
                  </a:cubicBezTo>
                  <a:cubicBezTo>
                    <a:pt x="455" y="85"/>
                    <a:pt x="453" y="84"/>
                    <a:pt x="452" y="84"/>
                  </a:cubicBezTo>
                  <a:cubicBezTo>
                    <a:pt x="452" y="84"/>
                    <a:pt x="452" y="84"/>
                    <a:pt x="452" y="84"/>
                  </a:cubicBezTo>
                  <a:cubicBezTo>
                    <a:pt x="451" y="84"/>
                    <a:pt x="451" y="83"/>
                    <a:pt x="451" y="83"/>
                  </a:cubicBezTo>
                  <a:cubicBezTo>
                    <a:pt x="450" y="83"/>
                    <a:pt x="450" y="83"/>
                    <a:pt x="450" y="83"/>
                  </a:cubicBezTo>
                  <a:cubicBezTo>
                    <a:pt x="450" y="83"/>
                    <a:pt x="450" y="83"/>
                    <a:pt x="449" y="83"/>
                  </a:cubicBezTo>
                  <a:cubicBezTo>
                    <a:pt x="449" y="83"/>
                    <a:pt x="448" y="83"/>
                    <a:pt x="447" y="83"/>
                  </a:cubicBezTo>
                  <a:cubicBezTo>
                    <a:pt x="446" y="83"/>
                    <a:pt x="446" y="83"/>
                    <a:pt x="445" y="83"/>
                  </a:cubicBezTo>
                  <a:cubicBezTo>
                    <a:pt x="439" y="82"/>
                    <a:pt x="433" y="83"/>
                    <a:pt x="427" y="86"/>
                  </a:cubicBezTo>
                  <a:cubicBezTo>
                    <a:pt x="426" y="86"/>
                    <a:pt x="426" y="86"/>
                    <a:pt x="426" y="87"/>
                  </a:cubicBezTo>
                  <a:cubicBezTo>
                    <a:pt x="426" y="87"/>
                    <a:pt x="426" y="87"/>
                    <a:pt x="426" y="87"/>
                  </a:cubicBezTo>
                  <a:cubicBezTo>
                    <a:pt x="425" y="87"/>
                    <a:pt x="424" y="87"/>
                    <a:pt x="424" y="87"/>
                  </a:cubicBezTo>
                  <a:cubicBezTo>
                    <a:pt x="423" y="88"/>
                    <a:pt x="422" y="88"/>
                    <a:pt x="422" y="89"/>
                  </a:cubicBezTo>
                  <a:cubicBezTo>
                    <a:pt x="420" y="90"/>
                    <a:pt x="419" y="91"/>
                    <a:pt x="418" y="92"/>
                  </a:cubicBezTo>
                  <a:cubicBezTo>
                    <a:pt x="418" y="92"/>
                    <a:pt x="418" y="92"/>
                    <a:pt x="418" y="92"/>
                  </a:cubicBezTo>
                  <a:cubicBezTo>
                    <a:pt x="417" y="93"/>
                    <a:pt x="417" y="93"/>
                    <a:pt x="416" y="93"/>
                  </a:cubicBezTo>
                  <a:cubicBezTo>
                    <a:pt x="318" y="192"/>
                    <a:pt x="318" y="192"/>
                    <a:pt x="318" y="192"/>
                  </a:cubicBezTo>
                  <a:cubicBezTo>
                    <a:pt x="287" y="223"/>
                    <a:pt x="287" y="223"/>
                    <a:pt x="287" y="223"/>
                  </a:cubicBezTo>
                  <a:cubicBezTo>
                    <a:pt x="287" y="223"/>
                    <a:pt x="287" y="223"/>
                    <a:pt x="287" y="223"/>
                  </a:cubicBezTo>
                  <a:cubicBezTo>
                    <a:pt x="0" y="510"/>
                    <a:pt x="0" y="510"/>
                    <a:pt x="0" y="510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258" y="25"/>
                    <a:pt x="258" y="25"/>
                    <a:pt x="258" y="25"/>
                  </a:cubicBezTo>
                  <a:cubicBezTo>
                    <a:pt x="278" y="4"/>
                    <a:pt x="310" y="0"/>
                    <a:pt x="335" y="15"/>
                  </a:cubicBezTo>
                  <a:cubicBezTo>
                    <a:pt x="436" y="73"/>
                    <a:pt x="436" y="73"/>
                    <a:pt x="436" y="73"/>
                  </a:cubicBezTo>
                  <a:cubicBezTo>
                    <a:pt x="459" y="87"/>
                    <a:pt x="459" y="87"/>
                    <a:pt x="459" y="87"/>
                  </a:cubicBezTo>
                  <a:cubicBezTo>
                    <a:pt x="460" y="87"/>
                    <a:pt x="460" y="87"/>
                    <a:pt x="460" y="87"/>
                  </a:cubicBezTo>
                  <a:lnTo>
                    <a:pt x="461" y="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35"/>
            <p:cNvSpPr/>
            <p:nvPr userDrawn="1"/>
          </p:nvSpPr>
          <p:spPr bwMode="auto">
            <a:xfrm>
              <a:off x="1011238" y="631825"/>
              <a:ext cx="523875" cy="717550"/>
            </a:xfrm>
            <a:custGeom>
              <a:avLst/>
              <a:gdLst>
                <a:gd name="T0" fmla="*/ 113 w 165"/>
                <a:gd name="T1" fmla="*/ 226 h 226"/>
                <a:gd name="T2" fmla="*/ 0 w 165"/>
                <a:gd name="T3" fmla="*/ 112 h 226"/>
                <a:gd name="T4" fmla="*/ 98 w 165"/>
                <a:gd name="T5" fmla="*/ 13 h 226"/>
                <a:gd name="T6" fmla="*/ 142 w 165"/>
                <a:gd name="T7" fmla="*/ 7 h 226"/>
                <a:gd name="T8" fmla="*/ 144 w 165"/>
                <a:gd name="T9" fmla="*/ 8 h 226"/>
                <a:gd name="T10" fmla="*/ 160 w 165"/>
                <a:gd name="T11" fmla="*/ 49 h 226"/>
                <a:gd name="T12" fmla="*/ 113 w 165"/>
                <a:gd name="T13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" h="226">
                  <a:moveTo>
                    <a:pt x="113" y="226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111" y="0"/>
                    <a:pt x="129" y="0"/>
                    <a:pt x="142" y="7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57" y="16"/>
                    <a:pt x="165" y="31"/>
                    <a:pt x="160" y="49"/>
                  </a:cubicBezTo>
                  <a:lnTo>
                    <a:pt x="113" y="22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20000"/>
                  </a:schemeClr>
                </a:gs>
                <a:gs pos="50000">
                  <a:schemeClr val="tx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Freeform 36"/>
            <p:cNvSpPr/>
            <p:nvPr userDrawn="1"/>
          </p:nvSpPr>
          <p:spPr bwMode="auto">
            <a:xfrm>
              <a:off x="766763" y="631825"/>
              <a:ext cx="701675" cy="1117600"/>
            </a:xfrm>
            <a:custGeom>
              <a:avLst/>
              <a:gdLst>
                <a:gd name="T0" fmla="*/ 221 w 221"/>
                <a:gd name="T1" fmla="*/ 8 h 352"/>
                <a:gd name="T2" fmla="*/ 22 w 221"/>
                <a:gd name="T3" fmla="*/ 352 h 352"/>
                <a:gd name="T4" fmla="*/ 6 w 221"/>
                <a:gd name="T5" fmla="*/ 292 h 352"/>
                <a:gd name="T6" fmla="*/ 46 w 221"/>
                <a:gd name="T7" fmla="*/ 143 h 352"/>
                <a:gd name="T8" fmla="*/ 175 w 221"/>
                <a:gd name="T9" fmla="*/ 13 h 352"/>
                <a:gd name="T10" fmla="*/ 220 w 221"/>
                <a:gd name="T11" fmla="*/ 7 h 352"/>
                <a:gd name="T12" fmla="*/ 221 w 221"/>
                <a:gd name="T13" fmla="*/ 8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352">
                  <a:moveTo>
                    <a:pt x="221" y="8"/>
                  </a:moveTo>
                  <a:cubicBezTo>
                    <a:pt x="22" y="352"/>
                    <a:pt x="22" y="352"/>
                    <a:pt x="22" y="352"/>
                  </a:cubicBezTo>
                  <a:cubicBezTo>
                    <a:pt x="7" y="336"/>
                    <a:pt x="0" y="314"/>
                    <a:pt x="6" y="292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175" y="13"/>
                    <a:pt x="175" y="13"/>
                    <a:pt x="175" y="13"/>
                  </a:cubicBezTo>
                  <a:cubicBezTo>
                    <a:pt x="189" y="0"/>
                    <a:pt x="206" y="0"/>
                    <a:pt x="220" y="7"/>
                  </a:cubicBezTo>
                  <a:lnTo>
                    <a:pt x="221" y="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Group 27"/>
          <p:cNvGrpSpPr/>
          <p:nvPr userDrawn="1"/>
        </p:nvGrpSpPr>
        <p:grpSpPr>
          <a:xfrm>
            <a:off x="8770939" y="4816475"/>
            <a:ext cx="3421061" cy="2041525"/>
            <a:chOff x="5721351" y="4816475"/>
            <a:chExt cx="3421062" cy="2041525"/>
          </a:xfrm>
        </p:grpSpPr>
        <p:sp>
          <p:nvSpPr>
            <p:cNvPr id="29" name="Freeform 37"/>
            <p:cNvSpPr/>
            <p:nvPr userDrawn="1"/>
          </p:nvSpPr>
          <p:spPr bwMode="auto">
            <a:xfrm>
              <a:off x="5721351" y="4816475"/>
              <a:ext cx="2211388" cy="2041525"/>
            </a:xfrm>
            <a:custGeom>
              <a:avLst/>
              <a:gdLst>
                <a:gd name="T0" fmla="*/ 692 w 697"/>
                <a:gd name="T1" fmla="*/ 49 h 643"/>
                <a:gd name="T2" fmla="*/ 645 w 697"/>
                <a:gd name="T3" fmla="*/ 226 h 643"/>
                <a:gd name="T4" fmla="*/ 419 w 697"/>
                <a:gd name="T5" fmla="*/ 451 h 643"/>
                <a:gd name="T6" fmla="*/ 419 w 697"/>
                <a:gd name="T7" fmla="*/ 452 h 643"/>
                <a:gd name="T8" fmla="*/ 227 w 697"/>
                <a:gd name="T9" fmla="*/ 643 h 643"/>
                <a:gd name="T10" fmla="*/ 0 w 697"/>
                <a:gd name="T11" fmla="*/ 643 h 643"/>
                <a:gd name="T12" fmla="*/ 531 w 697"/>
                <a:gd name="T13" fmla="*/ 112 h 643"/>
                <a:gd name="T14" fmla="*/ 630 w 697"/>
                <a:gd name="T15" fmla="*/ 13 h 643"/>
                <a:gd name="T16" fmla="*/ 674 w 697"/>
                <a:gd name="T17" fmla="*/ 7 h 643"/>
                <a:gd name="T18" fmla="*/ 675 w 697"/>
                <a:gd name="T19" fmla="*/ 8 h 643"/>
                <a:gd name="T20" fmla="*/ 692 w 697"/>
                <a:gd name="T21" fmla="*/ 49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7" h="643">
                  <a:moveTo>
                    <a:pt x="692" y="49"/>
                  </a:moveTo>
                  <a:cubicBezTo>
                    <a:pt x="645" y="226"/>
                    <a:pt x="645" y="226"/>
                    <a:pt x="645" y="226"/>
                  </a:cubicBezTo>
                  <a:cubicBezTo>
                    <a:pt x="419" y="451"/>
                    <a:pt x="419" y="451"/>
                    <a:pt x="419" y="451"/>
                  </a:cubicBezTo>
                  <a:cubicBezTo>
                    <a:pt x="419" y="452"/>
                    <a:pt x="419" y="452"/>
                    <a:pt x="419" y="452"/>
                  </a:cubicBezTo>
                  <a:cubicBezTo>
                    <a:pt x="227" y="643"/>
                    <a:pt x="227" y="643"/>
                    <a:pt x="227" y="643"/>
                  </a:cubicBezTo>
                  <a:cubicBezTo>
                    <a:pt x="0" y="643"/>
                    <a:pt x="0" y="643"/>
                    <a:pt x="0" y="643"/>
                  </a:cubicBezTo>
                  <a:cubicBezTo>
                    <a:pt x="531" y="112"/>
                    <a:pt x="531" y="112"/>
                    <a:pt x="531" y="112"/>
                  </a:cubicBezTo>
                  <a:cubicBezTo>
                    <a:pt x="630" y="13"/>
                    <a:pt x="630" y="13"/>
                    <a:pt x="630" y="13"/>
                  </a:cubicBezTo>
                  <a:cubicBezTo>
                    <a:pt x="643" y="0"/>
                    <a:pt x="660" y="0"/>
                    <a:pt x="674" y="7"/>
                  </a:cubicBezTo>
                  <a:cubicBezTo>
                    <a:pt x="675" y="8"/>
                    <a:pt x="675" y="8"/>
                    <a:pt x="675" y="8"/>
                  </a:cubicBezTo>
                  <a:cubicBezTo>
                    <a:pt x="688" y="16"/>
                    <a:pt x="697" y="31"/>
                    <a:pt x="692" y="49"/>
                  </a:cubicBezTo>
                  <a:close/>
                </a:path>
              </a:pathLst>
            </a:custGeom>
            <a:solidFill>
              <a:srgbClr val="425C90"/>
            </a:soli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38"/>
            <p:cNvSpPr/>
            <p:nvPr userDrawn="1"/>
          </p:nvSpPr>
          <p:spPr bwMode="auto">
            <a:xfrm>
              <a:off x="7405688" y="4816475"/>
              <a:ext cx="527050" cy="717550"/>
            </a:xfrm>
            <a:custGeom>
              <a:avLst/>
              <a:gdLst>
                <a:gd name="T0" fmla="*/ 114 w 166"/>
                <a:gd name="T1" fmla="*/ 226 h 226"/>
                <a:gd name="T2" fmla="*/ 0 w 166"/>
                <a:gd name="T3" fmla="*/ 112 h 226"/>
                <a:gd name="T4" fmla="*/ 99 w 166"/>
                <a:gd name="T5" fmla="*/ 13 h 226"/>
                <a:gd name="T6" fmla="*/ 143 w 166"/>
                <a:gd name="T7" fmla="*/ 7 h 226"/>
                <a:gd name="T8" fmla="*/ 144 w 166"/>
                <a:gd name="T9" fmla="*/ 8 h 226"/>
                <a:gd name="T10" fmla="*/ 161 w 166"/>
                <a:gd name="T11" fmla="*/ 49 h 226"/>
                <a:gd name="T12" fmla="*/ 114 w 166"/>
                <a:gd name="T13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6" h="226">
                  <a:moveTo>
                    <a:pt x="114" y="226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12" y="0"/>
                    <a:pt x="129" y="0"/>
                    <a:pt x="143" y="7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57" y="16"/>
                    <a:pt x="166" y="31"/>
                    <a:pt x="161" y="49"/>
                  </a:cubicBezTo>
                  <a:lnTo>
                    <a:pt x="114" y="22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20000"/>
                  </a:schemeClr>
                </a:gs>
                <a:gs pos="50000">
                  <a:schemeClr val="tx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39"/>
            <p:cNvSpPr/>
            <p:nvPr userDrawn="1"/>
          </p:nvSpPr>
          <p:spPr bwMode="auto">
            <a:xfrm>
              <a:off x="7050088" y="4841875"/>
              <a:ext cx="882650" cy="1409700"/>
            </a:xfrm>
            <a:custGeom>
              <a:avLst/>
              <a:gdLst>
                <a:gd name="T0" fmla="*/ 0 w 278"/>
                <a:gd name="T1" fmla="*/ 444 h 444"/>
                <a:gd name="T2" fmla="*/ 256 w 278"/>
                <a:gd name="T3" fmla="*/ 0 h 444"/>
                <a:gd name="T4" fmla="*/ 273 w 278"/>
                <a:gd name="T5" fmla="*/ 41 h 444"/>
                <a:gd name="T6" fmla="*/ 226 w 278"/>
                <a:gd name="T7" fmla="*/ 218 h 444"/>
                <a:gd name="T8" fmla="*/ 0 w 278"/>
                <a:gd name="T9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" h="444">
                  <a:moveTo>
                    <a:pt x="0" y="444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69" y="8"/>
                    <a:pt x="278" y="23"/>
                    <a:pt x="273" y="41"/>
                  </a:cubicBezTo>
                  <a:cubicBezTo>
                    <a:pt x="226" y="218"/>
                    <a:pt x="226" y="218"/>
                    <a:pt x="226" y="218"/>
                  </a:cubicBezTo>
                  <a:lnTo>
                    <a:pt x="0" y="4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Freeform 40"/>
            <p:cNvSpPr/>
            <p:nvPr userDrawn="1"/>
          </p:nvSpPr>
          <p:spPr bwMode="auto">
            <a:xfrm>
              <a:off x="7608888" y="4841875"/>
              <a:ext cx="768350" cy="1384300"/>
            </a:xfrm>
            <a:custGeom>
              <a:avLst/>
              <a:gdLst>
                <a:gd name="T0" fmla="*/ 5 w 242"/>
                <a:gd name="T1" fmla="*/ 387 h 436"/>
                <a:gd name="T2" fmla="*/ 9 w 242"/>
                <a:gd name="T3" fmla="*/ 371 h 436"/>
                <a:gd name="T4" fmla="*/ 97 w 242"/>
                <a:gd name="T5" fmla="*/ 41 h 436"/>
                <a:gd name="T6" fmla="*/ 97 w 242"/>
                <a:gd name="T7" fmla="*/ 41 h 436"/>
                <a:gd name="T8" fmla="*/ 80 w 242"/>
                <a:gd name="T9" fmla="*/ 0 h 436"/>
                <a:gd name="T10" fmla="*/ 104 w 242"/>
                <a:gd name="T11" fmla="*/ 14 h 436"/>
                <a:gd name="T12" fmla="*/ 206 w 242"/>
                <a:gd name="T13" fmla="*/ 72 h 436"/>
                <a:gd name="T14" fmla="*/ 219 w 242"/>
                <a:gd name="T15" fmla="*/ 82 h 436"/>
                <a:gd name="T16" fmla="*/ 236 w 242"/>
                <a:gd name="T17" fmla="*/ 144 h 436"/>
                <a:gd name="T18" fmla="*/ 196 w 242"/>
                <a:gd name="T19" fmla="*/ 293 h 436"/>
                <a:gd name="T20" fmla="*/ 67 w 242"/>
                <a:gd name="T21" fmla="*/ 423 h 436"/>
                <a:gd name="T22" fmla="*/ 22 w 242"/>
                <a:gd name="T23" fmla="*/ 429 h 436"/>
                <a:gd name="T24" fmla="*/ 21 w 242"/>
                <a:gd name="T25" fmla="*/ 428 h 436"/>
                <a:gd name="T26" fmla="*/ 5 w 242"/>
                <a:gd name="T27" fmla="*/ 387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2" h="436">
                  <a:moveTo>
                    <a:pt x="5" y="387"/>
                  </a:moveTo>
                  <a:cubicBezTo>
                    <a:pt x="9" y="371"/>
                    <a:pt x="9" y="371"/>
                    <a:pt x="9" y="371"/>
                  </a:cubicBezTo>
                  <a:cubicBezTo>
                    <a:pt x="97" y="41"/>
                    <a:pt x="97" y="41"/>
                    <a:pt x="97" y="41"/>
                  </a:cubicBezTo>
                  <a:cubicBezTo>
                    <a:pt x="97" y="41"/>
                    <a:pt x="97" y="41"/>
                    <a:pt x="97" y="41"/>
                  </a:cubicBezTo>
                  <a:cubicBezTo>
                    <a:pt x="102" y="23"/>
                    <a:pt x="93" y="8"/>
                    <a:pt x="80" y="0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206" y="72"/>
                    <a:pt x="206" y="72"/>
                    <a:pt x="206" y="72"/>
                  </a:cubicBezTo>
                  <a:cubicBezTo>
                    <a:pt x="211" y="75"/>
                    <a:pt x="215" y="78"/>
                    <a:pt x="219" y="82"/>
                  </a:cubicBezTo>
                  <a:cubicBezTo>
                    <a:pt x="235" y="98"/>
                    <a:pt x="242" y="122"/>
                    <a:pt x="236" y="144"/>
                  </a:cubicBezTo>
                  <a:cubicBezTo>
                    <a:pt x="196" y="293"/>
                    <a:pt x="196" y="293"/>
                    <a:pt x="196" y="293"/>
                  </a:cubicBezTo>
                  <a:cubicBezTo>
                    <a:pt x="67" y="423"/>
                    <a:pt x="67" y="423"/>
                    <a:pt x="67" y="423"/>
                  </a:cubicBezTo>
                  <a:cubicBezTo>
                    <a:pt x="53" y="436"/>
                    <a:pt x="36" y="436"/>
                    <a:pt x="22" y="429"/>
                  </a:cubicBezTo>
                  <a:cubicBezTo>
                    <a:pt x="21" y="428"/>
                    <a:pt x="21" y="428"/>
                    <a:pt x="21" y="428"/>
                  </a:cubicBezTo>
                  <a:cubicBezTo>
                    <a:pt x="8" y="420"/>
                    <a:pt x="0" y="404"/>
                    <a:pt x="5" y="3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41"/>
            <p:cNvSpPr/>
            <p:nvPr userDrawn="1"/>
          </p:nvSpPr>
          <p:spPr bwMode="auto">
            <a:xfrm>
              <a:off x="7678738" y="4860925"/>
              <a:ext cx="1463675" cy="1619250"/>
            </a:xfrm>
            <a:custGeom>
              <a:avLst/>
              <a:gdLst>
                <a:gd name="T0" fmla="*/ 461 w 461"/>
                <a:gd name="T1" fmla="*/ 0 h 510"/>
                <a:gd name="T2" fmla="*/ 461 w 461"/>
                <a:gd name="T3" fmla="*/ 227 h 510"/>
                <a:gd name="T4" fmla="*/ 203 w 461"/>
                <a:gd name="T5" fmla="*/ 485 h 510"/>
                <a:gd name="T6" fmla="*/ 126 w 461"/>
                <a:gd name="T7" fmla="*/ 495 h 510"/>
                <a:gd name="T8" fmla="*/ 25 w 461"/>
                <a:gd name="T9" fmla="*/ 437 h 510"/>
                <a:gd name="T10" fmla="*/ 2 w 461"/>
                <a:gd name="T11" fmla="*/ 423 h 510"/>
                <a:gd name="T12" fmla="*/ 1 w 461"/>
                <a:gd name="T13" fmla="*/ 423 h 510"/>
                <a:gd name="T14" fmla="*/ 0 w 461"/>
                <a:gd name="T15" fmla="*/ 423 h 510"/>
                <a:gd name="T16" fmla="*/ 5 w 461"/>
                <a:gd name="T17" fmla="*/ 425 h 510"/>
                <a:gd name="T18" fmla="*/ 9 w 461"/>
                <a:gd name="T19" fmla="*/ 426 h 510"/>
                <a:gd name="T20" fmla="*/ 9 w 461"/>
                <a:gd name="T21" fmla="*/ 426 h 510"/>
                <a:gd name="T22" fmla="*/ 10 w 461"/>
                <a:gd name="T23" fmla="*/ 427 h 510"/>
                <a:gd name="T24" fmla="*/ 11 w 461"/>
                <a:gd name="T25" fmla="*/ 427 h 510"/>
                <a:gd name="T26" fmla="*/ 12 w 461"/>
                <a:gd name="T27" fmla="*/ 427 h 510"/>
                <a:gd name="T28" fmla="*/ 14 w 461"/>
                <a:gd name="T29" fmla="*/ 427 h 510"/>
                <a:gd name="T30" fmla="*/ 16 w 461"/>
                <a:gd name="T31" fmla="*/ 427 h 510"/>
                <a:gd name="T32" fmla="*/ 35 w 461"/>
                <a:gd name="T33" fmla="*/ 423 h 510"/>
                <a:gd name="T34" fmla="*/ 35 w 461"/>
                <a:gd name="T35" fmla="*/ 423 h 510"/>
                <a:gd name="T36" fmla="*/ 37 w 461"/>
                <a:gd name="T37" fmla="*/ 423 h 510"/>
                <a:gd name="T38" fmla="*/ 39 w 461"/>
                <a:gd name="T39" fmla="*/ 421 h 510"/>
                <a:gd name="T40" fmla="*/ 43 w 461"/>
                <a:gd name="T41" fmla="*/ 418 h 510"/>
                <a:gd name="T42" fmla="*/ 43 w 461"/>
                <a:gd name="T43" fmla="*/ 418 h 510"/>
                <a:gd name="T44" fmla="*/ 45 w 461"/>
                <a:gd name="T45" fmla="*/ 417 h 510"/>
                <a:gd name="T46" fmla="*/ 143 w 461"/>
                <a:gd name="T47" fmla="*/ 318 h 510"/>
                <a:gd name="T48" fmla="*/ 174 w 461"/>
                <a:gd name="T49" fmla="*/ 287 h 510"/>
                <a:gd name="T50" fmla="*/ 174 w 461"/>
                <a:gd name="T51" fmla="*/ 287 h 510"/>
                <a:gd name="T52" fmla="*/ 461 w 461"/>
                <a:gd name="T53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1" h="510">
                  <a:moveTo>
                    <a:pt x="461" y="0"/>
                  </a:moveTo>
                  <a:cubicBezTo>
                    <a:pt x="461" y="227"/>
                    <a:pt x="461" y="227"/>
                    <a:pt x="461" y="227"/>
                  </a:cubicBezTo>
                  <a:cubicBezTo>
                    <a:pt x="203" y="485"/>
                    <a:pt x="203" y="485"/>
                    <a:pt x="203" y="485"/>
                  </a:cubicBezTo>
                  <a:cubicBezTo>
                    <a:pt x="183" y="506"/>
                    <a:pt x="151" y="510"/>
                    <a:pt x="126" y="495"/>
                  </a:cubicBezTo>
                  <a:cubicBezTo>
                    <a:pt x="25" y="437"/>
                    <a:pt x="25" y="437"/>
                    <a:pt x="25" y="437"/>
                  </a:cubicBezTo>
                  <a:cubicBezTo>
                    <a:pt x="2" y="423"/>
                    <a:pt x="2" y="423"/>
                    <a:pt x="2" y="423"/>
                  </a:cubicBezTo>
                  <a:cubicBezTo>
                    <a:pt x="1" y="423"/>
                    <a:pt x="1" y="423"/>
                    <a:pt x="1" y="4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2" y="423"/>
                    <a:pt x="3" y="424"/>
                    <a:pt x="5" y="425"/>
                  </a:cubicBezTo>
                  <a:cubicBezTo>
                    <a:pt x="6" y="425"/>
                    <a:pt x="8" y="426"/>
                    <a:pt x="9" y="426"/>
                  </a:cubicBezTo>
                  <a:cubicBezTo>
                    <a:pt x="9" y="426"/>
                    <a:pt x="9" y="426"/>
                    <a:pt x="9" y="426"/>
                  </a:cubicBezTo>
                  <a:cubicBezTo>
                    <a:pt x="10" y="426"/>
                    <a:pt x="10" y="427"/>
                    <a:pt x="10" y="427"/>
                  </a:cubicBezTo>
                  <a:cubicBezTo>
                    <a:pt x="11" y="427"/>
                    <a:pt x="11" y="427"/>
                    <a:pt x="11" y="427"/>
                  </a:cubicBezTo>
                  <a:cubicBezTo>
                    <a:pt x="11" y="427"/>
                    <a:pt x="11" y="427"/>
                    <a:pt x="12" y="427"/>
                  </a:cubicBezTo>
                  <a:cubicBezTo>
                    <a:pt x="12" y="427"/>
                    <a:pt x="13" y="427"/>
                    <a:pt x="14" y="427"/>
                  </a:cubicBezTo>
                  <a:cubicBezTo>
                    <a:pt x="15" y="427"/>
                    <a:pt x="15" y="427"/>
                    <a:pt x="16" y="427"/>
                  </a:cubicBezTo>
                  <a:cubicBezTo>
                    <a:pt x="22" y="428"/>
                    <a:pt x="29" y="427"/>
                    <a:pt x="35" y="423"/>
                  </a:cubicBezTo>
                  <a:cubicBezTo>
                    <a:pt x="35" y="423"/>
                    <a:pt x="35" y="423"/>
                    <a:pt x="35" y="423"/>
                  </a:cubicBezTo>
                  <a:cubicBezTo>
                    <a:pt x="36" y="423"/>
                    <a:pt x="37" y="423"/>
                    <a:pt x="37" y="423"/>
                  </a:cubicBezTo>
                  <a:cubicBezTo>
                    <a:pt x="38" y="422"/>
                    <a:pt x="39" y="422"/>
                    <a:pt x="39" y="421"/>
                  </a:cubicBezTo>
                  <a:cubicBezTo>
                    <a:pt x="41" y="420"/>
                    <a:pt x="42" y="419"/>
                    <a:pt x="43" y="418"/>
                  </a:cubicBezTo>
                  <a:cubicBezTo>
                    <a:pt x="43" y="418"/>
                    <a:pt x="43" y="418"/>
                    <a:pt x="43" y="418"/>
                  </a:cubicBezTo>
                  <a:cubicBezTo>
                    <a:pt x="44" y="417"/>
                    <a:pt x="44" y="417"/>
                    <a:pt x="45" y="417"/>
                  </a:cubicBezTo>
                  <a:cubicBezTo>
                    <a:pt x="143" y="318"/>
                    <a:pt x="143" y="318"/>
                    <a:pt x="143" y="318"/>
                  </a:cubicBezTo>
                  <a:cubicBezTo>
                    <a:pt x="174" y="287"/>
                    <a:pt x="174" y="287"/>
                    <a:pt x="174" y="287"/>
                  </a:cubicBezTo>
                  <a:cubicBezTo>
                    <a:pt x="174" y="287"/>
                    <a:pt x="174" y="287"/>
                    <a:pt x="174" y="287"/>
                  </a:cubicBezTo>
                  <a:lnTo>
                    <a:pt x="4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Freeform 42"/>
            <p:cNvSpPr/>
            <p:nvPr userDrawn="1"/>
          </p:nvSpPr>
          <p:spPr bwMode="auto">
            <a:xfrm>
              <a:off x="7608888" y="5508625"/>
              <a:ext cx="523875" cy="717550"/>
            </a:xfrm>
            <a:custGeom>
              <a:avLst/>
              <a:gdLst>
                <a:gd name="T0" fmla="*/ 52 w 165"/>
                <a:gd name="T1" fmla="*/ 0 h 226"/>
                <a:gd name="T2" fmla="*/ 165 w 165"/>
                <a:gd name="T3" fmla="*/ 114 h 226"/>
                <a:gd name="T4" fmla="*/ 67 w 165"/>
                <a:gd name="T5" fmla="*/ 213 h 226"/>
                <a:gd name="T6" fmla="*/ 23 w 165"/>
                <a:gd name="T7" fmla="*/ 219 h 226"/>
                <a:gd name="T8" fmla="*/ 21 w 165"/>
                <a:gd name="T9" fmla="*/ 218 h 226"/>
                <a:gd name="T10" fmla="*/ 5 w 165"/>
                <a:gd name="T11" fmla="*/ 177 h 226"/>
                <a:gd name="T12" fmla="*/ 52 w 165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" h="226">
                  <a:moveTo>
                    <a:pt x="52" y="0"/>
                  </a:moveTo>
                  <a:cubicBezTo>
                    <a:pt x="165" y="114"/>
                    <a:pt x="165" y="114"/>
                    <a:pt x="165" y="114"/>
                  </a:cubicBezTo>
                  <a:cubicBezTo>
                    <a:pt x="67" y="213"/>
                    <a:pt x="67" y="213"/>
                    <a:pt x="67" y="213"/>
                  </a:cubicBezTo>
                  <a:cubicBezTo>
                    <a:pt x="54" y="226"/>
                    <a:pt x="36" y="226"/>
                    <a:pt x="23" y="219"/>
                  </a:cubicBezTo>
                  <a:cubicBezTo>
                    <a:pt x="21" y="218"/>
                    <a:pt x="21" y="218"/>
                    <a:pt x="21" y="218"/>
                  </a:cubicBezTo>
                  <a:cubicBezTo>
                    <a:pt x="8" y="210"/>
                    <a:pt x="0" y="195"/>
                    <a:pt x="5" y="177"/>
                  </a:cubicBezTo>
                  <a:lnTo>
                    <a:pt x="5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20000"/>
                  </a:schemeClr>
                </a:gs>
                <a:gs pos="50000">
                  <a:schemeClr val="tx1">
                    <a:alpha val="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Freeform 43"/>
            <p:cNvSpPr/>
            <p:nvPr userDrawn="1"/>
          </p:nvSpPr>
          <p:spPr bwMode="auto">
            <a:xfrm>
              <a:off x="7675563" y="5108575"/>
              <a:ext cx="701675" cy="1117600"/>
            </a:xfrm>
            <a:custGeom>
              <a:avLst/>
              <a:gdLst>
                <a:gd name="T0" fmla="*/ 0 w 221"/>
                <a:gd name="T1" fmla="*/ 344 h 352"/>
                <a:gd name="T2" fmla="*/ 199 w 221"/>
                <a:gd name="T3" fmla="*/ 0 h 352"/>
                <a:gd name="T4" fmla="*/ 215 w 221"/>
                <a:gd name="T5" fmla="*/ 60 h 352"/>
                <a:gd name="T6" fmla="*/ 175 w 221"/>
                <a:gd name="T7" fmla="*/ 209 h 352"/>
                <a:gd name="T8" fmla="*/ 46 w 221"/>
                <a:gd name="T9" fmla="*/ 339 h 352"/>
                <a:gd name="T10" fmla="*/ 1 w 221"/>
                <a:gd name="T11" fmla="*/ 345 h 352"/>
                <a:gd name="T12" fmla="*/ 0 w 221"/>
                <a:gd name="T13" fmla="*/ 34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352">
                  <a:moveTo>
                    <a:pt x="0" y="344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214" y="16"/>
                    <a:pt x="221" y="38"/>
                    <a:pt x="215" y="60"/>
                  </a:cubicBezTo>
                  <a:cubicBezTo>
                    <a:pt x="175" y="209"/>
                    <a:pt x="175" y="209"/>
                    <a:pt x="175" y="209"/>
                  </a:cubicBezTo>
                  <a:cubicBezTo>
                    <a:pt x="46" y="339"/>
                    <a:pt x="46" y="339"/>
                    <a:pt x="46" y="339"/>
                  </a:cubicBezTo>
                  <a:cubicBezTo>
                    <a:pt x="32" y="352"/>
                    <a:pt x="15" y="352"/>
                    <a:pt x="1" y="345"/>
                  </a:cubicBezTo>
                  <a:lnTo>
                    <a:pt x="0" y="3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txBody>
            <a:bodyPr vert="horz" wrap="square" lIns="96771" tIns="48385" rIns="96771" bIns="48385" numCol="1" anchor="t" anchorCtr="0" compatLnSpc="1"/>
            <a:lstStyle/>
            <a:p>
              <a:pPr lvl="0" eaLnBrk="0" fontAlgn="base" hangingPunct="0"/>
              <a:endParaRPr lang="en-US" sz="190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4918" y="1778356"/>
            <a:ext cx="10562167" cy="1664224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3555"/>
              </a:lnSpc>
              <a:defRPr sz="315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Section Break Title</a:t>
            </a:r>
            <a:endParaRPr lang="en-US" dirty="0"/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5871324" y="3661031"/>
            <a:ext cx="4493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8" y="3917307"/>
            <a:ext cx="10562167" cy="9969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756285" rtl="0" eaLnBrk="1" fontAlgn="auto" latinLnBrk="0" hangingPunct="1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sz="1140" kern="1200" baseline="0" dirty="0" smtClean="0">
                <a:solidFill>
                  <a:schemeClr val="tx2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965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965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965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965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Insert Your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126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5" Type="http://schemas.openxmlformats.org/officeDocument/2006/relationships/theme" Target="../theme/theme2.xml"/><Relationship Id="rId24" Type="http://schemas.openxmlformats.org/officeDocument/2006/relationships/tags" Target="../tags/tag527.xml"/><Relationship Id="rId23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7.xml"/><Relationship Id="rId2" Type="http://schemas.openxmlformats.org/officeDocument/2006/relationships/slideLayout" Target="../slideLayouts/slideLayout9.xml"/><Relationship Id="rId19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</p:sldLayoutIdLst>
  <p:txStyles>
    <p:titleStyle>
      <a:lvl1pPr algn="l" defTabSz="800100" rtl="0" eaLnBrk="1" fontAlgn="auto" latinLnBrk="0" hangingPunct="1">
        <a:lnSpc>
          <a:spcPct val="100000"/>
        </a:lnSpc>
        <a:spcBef>
          <a:spcPct val="0"/>
        </a:spcBef>
        <a:buNone/>
        <a:defRPr sz="3150" b="1" u="none" strike="noStrike" kern="1200" cap="none" spc="248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00025" indent="-200025" algn="l" defTabSz="800100" rtl="0" eaLnBrk="1" fontAlgn="auto" latinLnBrk="0" hangingPunct="1">
        <a:lnSpc>
          <a:spcPct val="130000"/>
        </a:lnSpc>
        <a:spcBef>
          <a:spcPts val="0"/>
        </a:spcBef>
        <a:spcAft>
          <a:spcPts val="825"/>
        </a:spcAft>
        <a:buFont typeface="Arial" panose="020B0604020202020204" pitchFamily="34" charset="0"/>
        <a:buChar char="●"/>
        <a:defRPr sz="1575" u="none" strike="noStrike" kern="1200" cap="none" spc="124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00075" indent="-200025" algn="l" defTabSz="800100" rtl="0" eaLnBrk="1" fontAlgn="auto" latinLnBrk="0" hangingPunct="1">
        <a:lnSpc>
          <a:spcPct val="120000"/>
        </a:lnSpc>
        <a:spcBef>
          <a:spcPts val="0"/>
        </a:spcBef>
        <a:spcAft>
          <a:spcPts val="495"/>
        </a:spcAft>
        <a:buFont typeface="Arial" panose="020B0604020202020204" pitchFamily="34" charset="0"/>
        <a:buChar char="●"/>
        <a:tabLst>
          <a:tab pos="1407795" algn="l"/>
          <a:tab pos="1407795" algn="l"/>
          <a:tab pos="1407795" algn="l"/>
          <a:tab pos="1407795" algn="l"/>
        </a:tabLst>
        <a:defRPr sz="1400" u="none" strike="noStrike" kern="1200" cap="none" spc="124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000125" indent="-200025" algn="l" defTabSz="800100" rtl="0" eaLnBrk="1" fontAlgn="auto" latinLnBrk="0" hangingPunct="1">
        <a:lnSpc>
          <a:spcPct val="120000"/>
        </a:lnSpc>
        <a:spcBef>
          <a:spcPts val="0"/>
        </a:spcBef>
        <a:spcAft>
          <a:spcPts val="495"/>
        </a:spcAft>
        <a:buFont typeface="Arial" panose="020B0604020202020204" pitchFamily="34" charset="0"/>
        <a:buChar char="●"/>
        <a:defRPr sz="1400" u="none" strike="noStrike" kern="1200" cap="none" spc="124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400810" indent="-200025" algn="l" defTabSz="800100" rtl="0" eaLnBrk="1" fontAlgn="auto" latinLnBrk="0" hangingPunct="1">
        <a:lnSpc>
          <a:spcPct val="120000"/>
        </a:lnSpc>
        <a:spcBef>
          <a:spcPts val="0"/>
        </a:spcBef>
        <a:spcAft>
          <a:spcPts val="250"/>
        </a:spcAft>
        <a:buFont typeface="Wingdings" panose="05000000000000000000" charset="0"/>
        <a:buChar char=""/>
        <a:defRPr sz="1230" u="none" strike="noStrike" kern="1200" cap="none" spc="124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800225" indent="-200025" algn="l" defTabSz="800100" rtl="0" eaLnBrk="1" fontAlgn="auto" latinLnBrk="0" hangingPunct="1">
        <a:lnSpc>
          <a:spcPct val="120000"/>
        </a:lnSpc>
        <a:spcBef>
          <a:spcPts val="0"/>
        </a:spcBef>
        <a:spcAft>
          <a:spcPts val="250"/>
        </a:spcAft>
        <a:buFont typeface="Arial" panose="020B0604020202020204" pitchFamily="34" charset="0"/>
        <a:buChar char="•"/>
        <a:defRPr sz="1230" u="none" strike="noStrike" kern="1200" cap="none" spc="124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200275" indent="-200025" algn="l" defTabSz="80010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25" indent="-200025" algn="l" defTabSz="80010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indent="-200025" algn="l" defTabSz="80010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0425" indent="-200025" algn="l" defTabSz="80010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02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035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0400" algn="l" defTabSz="80010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528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1.xml"/><Relationship Id="rId3" Type="http://schemas.openxmlformats.org/officeDocument/2006/relationships/image" Target="../media/image3.png"/><Relationship Id="rId2" Type="http://schemas.openxmlformats.org/officeDocument/2006/relationships/tags" Target="../tags/tag529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8000">
                <a:schemeClr val="tx1"/>
              </a:gs>
              <a:gs pos="66000">
                <a:schemeClr val="tx1">
                  <a:lumMod val="100000"/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8025" y="3686941"/>
            <a:ext cx="10168813" cy="1845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1" i="0" u="none" strike="noStrike" kern="100" cap="none" spc="200" normalizeH="0" baseline="0" noProof="0" dirty="0">
                <a:ln>
                  <a:noFill/>
                </a:ln>
                <a:solidFill>
                  <a:srgbClr val="1EF1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 pitchFamily="18" charset="0"/>
              </a:rPr>
              <a:t>xxx</a:t>
            </a:r>
            <a:endParaRPr kumimoji="0" lang="en-US" altLang="zh-CN" sz="6000" b="1" i="0" u="none" strike="noStrike" kern="100" cap="none" spc="200" normalizeH="0" baseline="0" noProof="0" dirty="0">
              <a:ln>
                <a:noFill/>
              </a:ln>
              <a:solidFill>
                <a:srgbClr val="1EF1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5400" b="1" kern="100" spc="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 pitchFamily="18" charset="0"/>
              </a:rPr>
              <a:t>xxx</a:t>
            </a:r>
            <a:endParaRPr kumimoji="0" lang="en-US" altLang="zh-CN" sz="3200" b="1" i="0" u="none" strike="noStrike" kern="100" cap="none" spc="2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 pitchFamily="18" charset="0"/>
            </a:endParaRPr>
          </a:p>
        </p:txBody>
      </p:sp>
      <p:pic>
        <p:nvPicPr>
          <p:cNvPr id="4" name="Bildobjekt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screen"/>
          <a:stretch>
            <a:fillRect/>
          </a:stretch>
        </p:blipFill>
        <p:spPr>
          <a:xfrm>
            <a:off x="1046207" y="3547127"/>
            <a:ext cx="970644" cy="13981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4788" y="5533600"/>
            <a:ext cx="1171434" cy="266170"/>
          </a:xfrm>
          <a:prstGeom prst="roundRect">
            <a:avLst>
              <a:gd name="adj" fmla="val 50000"/>
            </a:avLst>
          </a:prstGeom>
          <a:solidFill>
            <a:srgbClr val="339586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2025.07</a:t>
            </a:r>
            <a:endParaRPr lang="zh-CN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 rot="16200000">
            <a:off x="8765295" y="2764995"/>
            <a:ext cx="6400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7200" b="1" dirty="0">
                <a:solidFill>
                  <a:schemeClr val="bg1">
                    <a:alpha val="12000"/>
                  </a:schemeClr>
                </a:solidFill>
                <a:latin typeface="+mn-ea"/>
              </a:rPr>
              <a:t>LYNK&amp;CO</a:t>
            </a:r>
            <a:endParaRPr lang="zh-CN" altLang="en-US" sz="7200" b="1" dirty="0">
              <a:solidFill>
                <a:schemeClr val="bg1">
                  <a:alpha val="12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3799" y="339907"/>
            <a:ext cx="825870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en-US" sz="2000" b="1" dirty="0">
                <a:solidFill>
                  <a:prstClr val="black"/>
                </a:solidFill>
                <a:latin typeface="+mn-ea"/>
              </a:rPr>
              <a:t>xxx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3799" y="986246"/>
            <a:ext cx="5819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n-ea"/>
              </a:rPr>
              <a:t>xxx</a:t>
            </a:r>
            <a:endParaRPr lang="en-US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0405" y="1373207"/>
            <a:ext cx="11151189" cy="569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+mn-ea"/>
              </a:rPr>
              <a:t>xxx</a:t>
            </a:r>
            <a:endParaRPr 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20403" y="2195587"/>
            <a:ext cx="5239659" cy="480066"/>
          </a:xfrm>
          <a:prstGeom prst="rect">
            <a:avLst/>
          </a:prstGeom>
          <a:solidFill>
            <a:srgbClr val="3395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xxx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095999" y="2195586"/>
            <a:ext cx="5575595" cy="480066"/>
          </a:xfrm>
          <a:prstGeom prst="rect">
            <a:avLst/>
          </a:prstGeom>
          <a:solidFill>
            <a:srgbClr val="3395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xxx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8000">
                <a:schemeClr val="tx1"/>
              </a:gs>
              <a:gs pos="66000">
                <a:schemeClr val="tx1">
                  <a:lumMod val="100000"/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Microsoft JhengHei UI" panose="020B0604030504040204" charset="-120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8025" y="3883385"/>
            <a:ext cx="101688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i="0" u="none" strike="noStrike" kern="100" cap="none" spc="2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 pitchFamily="18" charset="0"/>
              </a:rPr>
              <a:t>THANK YOU</a:t>
            </a:r>
            <a:endParaRPr kumimoji="0" lang="zh-CN" altLang="en-US" sz="8800" i="0" u="none" strike="noStrike" kern="100" cap="none" spc="20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 pitchFamily="18" charset="0"/>
            </a:endParaRPr>
          </a:p>
        </p:txBody>
      </p:sp>
      <p:pic>
        <p:nvPicPr>
          <p:cNvPr id="4" name="Bildobjekt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screen"/>
          <a:stretch>
            <a:fillRect/>
          </a:stretch>
        </p:blipFill>
        <p:spPr>
          <a:xfrm>
            <a:off x="1046207" y="3547127"/>
            <a:ext cx="970644" cy="13981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4788" y="5526379"/>
            <a:ext cx="1171434" cy="266170"/>
          </a:xfrm>
          <a:prstGeom prst="roundRect">
            <a:avLst>
              <a:gd name="adj" fmla="val 50000"/>
            </a:avLst>
          </a:prstGeom>
          <a:solidFill>
            <a:srgbClr val="339586"/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JhengHei UI" panose="020B0604030504040204" charset="-120"/>
                <a:ea typeface="Microsoft JhengHei UI" panose="020B0604030504040204" charset="-120"/>
                <a:cs typeface="+mn-cs"/>
              </a:rPr>
              <a:t>2025.07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crosoft JhengHei UI" panose="020B0604030504040204" charset="-120"/>
              <a:ea typeface="Microsoft JhengHei UI" panose="020B0604030504040204" charset="-12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 rot="16200000">
            <a:off x="8765295" y="2764995"/>
            <a:ext cx="6400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12000"/>
                  </a:prstClr>
                </a:solidFill>
                <a:effectLst/>
                <a:uLnTx/>
                <a:uFillTx/>
                <a:latin typeface="Microsoft JhengHei UI" panose="020B0604030504040204" charset="-120"/>
                <a:ea typeface="Microsoft JhengHei UI" panose="020B0604030504040204" charset="-120"/>
                <a:cs typeface="+mn-cs"/>
              </a:rPr>
              <a:t>LYNK&amp;CO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12000"/>
                </a:prstClr>
              </a:solidFill>
              <a:effectLst/>
              <a:uLnTx/>
              <a:uFillTx/>
              <a:latin typeface="Microsoft JhengHei UI" panose="020B0604030504040204" charset="-120"/>
              <a:ea typeface="Microsoft JhengHei UI" panose="020B0604030504040204" charset="-120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2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1">
      <a:dk1>
        <a:srgbClr val="111313"/>
      </a:dk1>
      <a:lt1>
        <a:srgbClr val="FFFFFF"/>
      </a:lt1>
      <a:dk2>
        <a:srgbClr val="6C737F"/>
      </a:dk2>
      <a:lt2>
        <a:srgbClr val="E7E6E6"/>
      </a:lt2>
      <a:accent1>
        <a:srgbClr val="DC1860"/>
      </a:accent1>
      <a:accent2>
        <a:srgbClr val="893257"/>
      </a:accent2>
      <a:accent3>
        <a:srgbClr val="1EF1C6"/>
      </a:accent3>
      <a:accent4>
        <a:srgbClr val="339586"/>
      </a:accent4>
      <a:accent5>
        <a:srgbClr val="5D1EF1"/>
      </a:accent5>
      <a:accent6>
        <a:srgbClr val="39207C"/>
      </a:accent6>
      <a:hlink>
        <a:srgbClr val="6D6D6D"/>
      </a:hlink>
      <a:folHlink>
        <a:srgbClr val="6D6D6D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自定义 2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WPS 演示</Application>
  <PresentationFormat>宽屏</PresentationFormat>
  <Paragraphs>23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Microsoft JhengHei UI</vt:lpstr>
      <vt:lpstr>Lynkco Type</vt:lpstr>
      <vt:lpstr>Segoe Print</vt:lpstr>
      <vt:lpstr>微软雅黑</vt:lpstr>
      <vt:lpstr>Lynkco Type Medium</vt:lpstr>
      <vt:lpstr>Sofia Pro Extra Light</vt:lpstr>
      <vt:lpstr>方正兰亭黑简体</vt:lpstr>
      <vt:lpstr>黑体</vt:lpstr>
      <vt:lpstr>方正方俊黑</vt:lpstr>
      <vt:lpstr>方正兰亭中黑_GBK</vt:lpstr>
      <vt:lpstr>Times New Roman</vt:lpstr>
      <vt:lpstr>Arial</vt:lpstr>
      <vt:lpstr>等线</vt:lpstr>
      <vt:lpstr>Arial Unicode MS</vt:lpstr>
      <vt:lpstr>Calibri</vt:lpstr>
      <vt:lpstr>自定义设计方案</vt:lpstr>
      <vt:lpstr>1_自定义设计方案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160</cp:revision>
  <dcterms:created xsi:type="dcterms:W3CDTF">2019-06-19T02:08:00Z</dcterms:created>
  <dcterms:modified xsi:type="dcterms:W3CDTF">2026-04-30T07:55:19Z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A232B97C22AF4209B144FB35CF427388_13</vt:lpwstr>
  </property>
</Properties>
</file>