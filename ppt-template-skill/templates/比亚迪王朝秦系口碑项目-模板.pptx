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3"/>
  </p:sldMasterIdLst>
  <p:sldIdLst>
    <p:sldId id="258" r:id="rId4"/>
    <p:sldId id="260" r:id="rId5"/>
    <p:sldId id="259" r:id="rId6"/>
    <p:sldId id="257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6" userDrawn="1">
          <p15:clr>
            <a:srgbClr val="A4A3A4"/>
          </p15:clr>
        </p15:guide>
        <p15:guide id="2" pos="385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 MK" initials="ZM" lastIdx="0" clrIdx="0"/>
  <p:cmAuthor id="2" name="未知用户370" initials="未" lastIdx="0" clrIdx="1"/>
  <p:cmAuthor id="3" name="未知用户451" initials="未" lastIdx="0" clrIdx="2"/>
  <p:cmAuthor id="4" name="未知用户347" initials="未" lastIdx="0" clrIdx="3"/>
  <p:cmAuthor id="5" name="Hu, Yi" initials="H" lastIdx="0" clrIdx="4"/>
  <p:cmAuthor id="6" name="未知用户348" initials="未" lastIdx="0" clrIdx="5"/>
  <p:cmAuthor id="7" name="未知用户454" initials="未" lastIdx="0" clrIdx="6"/>
  <p:cmAuthor id="8" name="chen" initials="c" lastIdx="0" clrIdx="7"/>
  <p:cmAuthor id="9" name="chen.congfeng1" initials="c" lastIdx="0" clrIdx="8"/>
  <p:cmAuthor id="10" name="未知用户218" initials="未" lastIdx="0" clrIdx="9"/>
  <p:cmAuthor id="11" name="未知用户465" initials="未" lastIdx="0" clrIdx="10"/>
  <p:cmAuthor id="12" name="未知用户353" initials="未" lastIdx="0" clrIdx="11"/>
  <p:cmAuthor id="13" name="Administrator" initials="A" lastIdx="0" clrIdx="12"/>
  <p:cmAuthor id="14" name="未知用户354" initials="未" lastIdx="0" clrIdx="13"/>
  <p:cmAuthor id="15" name="未知用户467" initials="未" lastIdx="0" clrIdx="14"/>
  <p:cmAuthor id="16" name="未知用户355" initials="未" lastIdx="0" clrIdx="15"/>
  <p:cmAuthor id="17" name="曾蓓/贝贝" initials="曾" lastIdx="0" clrIdx="16"/>
  <p:cmAuthor id="18" name="未知用户356" initials="未" lastIdx="0" clrIdx="17"/>
  <p:cmAuthor id="19" name="未知用户470" initials="未" lastIdx="0" clrIdx="18"/>
  <p:cmAuthor id="20" name="未知用户378" initials="未" lastIdx="0" clrIdx="19"/>
  <p:cmAuthor id="21" name="孙瑶瑶" initials="孙" lastIdx="0" clrIdx="20"/>
  <p:cmAuthor id="22" name="未知用户357" initials="未" lastIdx="0" clrIdx="21"/>
  <p:cmAuthor id="23" name="未知用户479" initials="未" lastIdx="0" clrIdx="22"/>
  <p:cmAuthor id="24" name="未知用户363" initials="未" lastIdx="0" clrIdx="23"/>
  <p:cmAuthor id="25" name="周雅静" initials="周" lastIdx="0" clrIdx="24"/>
  <p:cmAuthor id="26" name="未知用户374" initials="未" lastIdx="0" clrIdx="25"/>
  <p:cmAuthor id="27" name="未知用户480" initials="未" lastIdx="0" clrIdx="26"/>
  <p:cmAuthor id="28" name="未知用户376" initials="未" lastIdx="0" clrIdx="27"/>
  <p:cmAuthor id="29" name="吴恩泽" initials="吴" lastIdx="0" clrIdx="28"/>
  <p:cmAuthor id="30" name="未知用户377" initials="未" lastIdx="0" clrIdx="29"/>
  <p:cmAuthor id="31" name="未知用户484" initials="未" lastIdx="0" clrIdx="30"/>
  <p:cmAuthor id="32" name="dai.ting1" initials="d" lastIdx="0" clrIdx="31"/>
  <p:cmAuthor id="33" name="未知用户456" initials="未" lastIdx="0" clrIdx="32"/>
  <p:cmAuthor id="34" name="梁文丽" initials="梁" lastIdx="0" clrIdx="33"/>
  <p:cmAuthor id="35" name="cheng.wenying" initials="c" lastIdx="0" clrIdx="34"/>
  <p:cmAuthor id="36" name="cui.naifu" initials="c" lastIdx="0" clrIdx="35"/>
  <p:cmAuthor id="37" name="Am'be'r" initials="A" lastIdx="0" clrIdx="36"/>
  <p:cmAuthor id="38" name="李 密" initials="李" lastIdx="0" clrIdx="37"/>
  <p:cmAuthor id="39" name="李静" initials="李" lastIdx="0" clrIdx="38"/>
  <p:cmAuthor id="40" name="王敏灵" initials="王" lastIdx="0" clrIdx="39"/>
  <p:cmAuthor id="41" name="huang.lu6" initials="h" lastIdx="0" clrIdx="40"/>
  <p:cmAuthor id="42" name="ming qiu" initials="m" lastIdx="0" clrIdx="41"/>
  <p:cmAuthor id="43" name="chen.shuang7" initials="c" lastIdx="0" clrIdx="42"/>
  <p:cmAuthor id="44" name="yan.qiuyan" initials="y" lastIdx="0" clrIdx="43"/>
  <p:cmAuthor id="45" name="yang.jun56" initials="y" lastIdx="0" clrIdx="44"/>
  <p:cmAuthor id="46" name="陈 鸿" initials="陈" lastIdx="0" clrIdx="45"/>
  <p:cmAuthor id="47" name="Chinalife_Cz" initials="C" lastIdx="0" clrIdx="46"/>
  <p:cmAuthor id="48" name="zhang.zhongyuan" initials="z" lastIdx="0" clrIdx="47"/>
  <p:cmAuthor id="49" name="李昀东" initials="李" lastIdx="0" clrIdx="48"/>
  <p:cmAuthor id="50" name="姜伟光" initials="姜" lastIdx="0" clrIdx="49"/>
  <p:cmAuthor id="51" name="未知用户109" initials="未" lastIdx="0" clrIdx="50"/>
  <p:cmAuthor id="52" name="574660601@qq.com" initials="5" lastIdx="0" clrIdx="51"/>
  <p:cmAuthor id="53" name="未知用户111" initials="未" lastIdx="0" clrIdx="52"/>
  <p:cmAuthor id="54" name="delph" initials="d" lastIdx="0" clrIdx="53"/>
  <p:cmAuthor id="55" name="未知用户112" initials="未" lastIdx="0" clrIdx="54"/>
  <p:cmAuthor id="56" name="Microsoft Office User" initials="M" lastIdx="0" clrIdx="55"/>
  <p:cmAuthor id="57" name="未知用户113" initials="未" lastIdx="0" clrIdx="56"/>
  <p:cmAuthor id="58" name="施普希（菜菜）" initials="施" lastIdx="0" clrIdx="57"/>
  <p:cmAuthor id="59" name="未知用户410" initials="未" lastIdx="0" clrIdx="58"/>
  <p:cmAuthor id="60" name="谭俊旖" initials="谭" lastIdx="0" clrIdx="59"/>
  <p:cmAuthor id="61" name="ae2000" initials="a" lastIdx="0" clrIdx="60"/>
  <p:cmAuthor id="62" name="曹 朝辉" initials="曹" lastIdx="0" clrIdx="61"/>
  <p:cmAuthor id="63" name="xq" initials="x" lastIdx="0" clrIdx="62"/>
  <p:cmAuthor id="64" name="zhang nicole" initials="z" lastIdx="0" clrIdx="63"/>
  <p:cmAuthor id="65" name="chenzheng4" initials="c" lastIdx="0" clrIdx="64"/>
  <p:cmAuthor id="66" name="HUAWEI" initials="H" lastIdx="0" clrIdx="65"/>
  <p:cmAuthor id="67" name="李建阳（内蒙古英才管培生）" initials="李" lastIdx="0" clrIdx="66"/>
  <p:cmAuthor id="68" name="Admin" initials="A" lastIdx="0" clrIdx="67"/>
  <p:cmAuthor id="69" name="pingchangxin@outlook.com LI" initials="p" lastIdx="0" clrIdx="68"/>
  <p:cmAuthor id="70" name="chen.xun3" initials="c" lastIdx="0" clrIdx="69"/>
  <p:cmAuthor id="71" name="张晓燕(内蒙古巴彦淖尔)" initials="张" lastIdx="0" clrIdx="70"/>
  <p:cmAuthor id="72" name="刘云轩" initials="刘" lastIdx="0" clrIdx="71"/>
  <p:cmAuthor id="73" name="LUO CHENG" initials="L" lastIdx="0" clrIdx="72"/>
  <p:cmAuthor id="74" name="Zuo,Ye" initials="Z" lastIdx="0" clrIdx="73"/>
  <p:cmAuthor id="75" name="shenyanning-001" initials="s" lastIdx="0" clrIdx="74"/>
  <p:cmAuthor id="76" name="wang.haipao@byd.com" initials="w" lastIdx="0" clrIdx="75"/>
  <p:cmAuthor id="77" name="Evander Wan" initials="E" lastIdx="0" clrIdx="76"/>
  <p:cmAuthor id="78" name="Lenovo" initials="L" lastIdx="0" clrIdx="77"/>
  <p:cmAuthor id="79" name="bing" initials="b" lastIdx="0" clrIdx="78"/>
  <p:cmAuthor id="80" name="cao.qingqing" initials="c" lastIdx="0" clrIdx="79"/>
  <p:cmAuthor id="81" name="hh" initials="h" lastIdx="0" clrIdx="80"/>
  <p:cmAuthor id="82" name="zhang.yuting7" initials="z" lastIdx="0" clrIdx="81"/>
  <p:cmAuthor id="83" name="Hope0187" initials="H" lastIdx="0" clrIdx="82"/>
  <p:cmAuthor id="84" name="luo.yun9" initials="l" lastIdx="0" clrIdx="83"/>
  <p:cmAuthor id="85" name="daiyi06" initials="d" lastIdx="0" clrIdx="84"/>
  <p:cmAuthor id="86" name="zhang.huanhuan12" initials="z" lastIdx="0" clrIdx="85"/>
  <p:cmAuthor id="87" name="James Conard" initials="J" lastIdx="0" clrIdx="86"/>
  <p:cmAuthor id="88" name="宋 冰" initials="宋" lastIdx="0" clrIdx="87"/>
  <p:cmAuthor id="89" name="Cpic" initials="C" lastIdx="0" clrIdx="88"/>
  <p:cmAuthor id="90" name="徐光宇" initials="徐" lastIdx="0" clrIdx="89"/>
  <p:cmAuthor id="91" name="Wangzhi gang" initials="W" lastIdx="0" clrIdx="90"/>
  <p:cmAuthor id="92" name="Liu, Leo (MBSHR cs)" initials="L" lastIdx="0" clrIdx="91"/>
  <p:cmAuthor id="93" name="李柯然" initials="李" lastIdx="0" clrIdx="92"/>
  <p:cmAuthor id="94" name="刘豹" initials="刘" lastIdx="0" clrIdx="93"/>
  <p:cmAuthor id="95" name="王玉" initials="王" lastIdx="0" clrIdx="94"/>
  <p:cmAuthor id="96" name="Y" initials="Y" lastIdx="0" clrIdx="95"/>
  <p:cmAuthor id="97" name="Ming Zuo" initials="M" lastIdx="0" clrIdx="96"/>
  <p:cmAuthor id="98" name="zjh" initials="z" lastIdx="0" clrIdx="97"/>
  <p:cmAuthor id="99" name="LS" initials="L" lastIdx="0" clrIdx="98"/>
  <p:cmAuthor id="100" name="未知用户13" initials="未" lastIdx="0" clrIdx="99"/>
  <p:cmAuthor id="101" name="李 俊琦" initials="李" lastIdx="0" clrIdx="100"/>
  <p:cmAuthor id="102" name="liying" initials="l" lastIdx="0" clrIdx="101"/>
  <p:cmAuthor id="103" name="沈 鹤" initials="沈" lastIdx="0" clrIdx="102"/>
  <p:cmAuthor id="104" name="毕军(0212009)" initials="毕" lastIdx="0" clrIdx="103"/>
  <p:cmAuthor id="105" name="王保青-pah" initials="王" lastIdx="0" clrIdx="104"/>
  <p:cmAuthor id="106" name="dadi" initials="d" lastIdx="0" clrIdx="105"/>
  <p:cmAuthor id="107" name="Jason Li" initials="J" lastIdx="0" clrIdx="106"/>
  <p:cmAuthor id="108" name="郑廷东" initials="郑" lastIdx="0" clrIdx="107"/>
  <p:cmAuthor id="109" name="duxingge" initials="d" lastIdx="0" clrIdx="108"/>
  <p:cmAuthor id="110" name="张田田" initials="张" lastIdx="0" clrIdx="109"/>
  <p:cmAuthor id="111" name="yingchao xi" initials="y" lastIdx="0" clrIdx="110"/>
  <p:cmAuthor id="112" name="刘传坤" initials="刘" lastIdx="0" clrIdx="111"/>
  <p:cmAuthor id="113" name="depeng diao" initials="d" lastIdx="0" clrIdx="112"/>
  <p:cmAuthor id="114" name="徐杰" initials="徐" lastIdx="0" clrIdx="113"/>
  <p:cmAuthor id="115" name="amyzhang" initials="a" lastIdx="0" clrIdx="114"/>
  <p:cmAuthor id="116" name="未知用户35" initials="未" lastIdx="0" clrIdx="115"/>
  <p:cmAuthor id="117" name="shenyy" initials="s" lastIdx="0" clrIdx="116"/>
  <p:cmAuthor id="118" name="王霞" initials="王" lastIdx="0" clrIdx="117"/>
  <p:cmAuthor id="119" name="Jason Cheung" initials="J" lastIdx="0" clrIdx="118"/>
  <p:cmAuthor id="120" name="张宏伟" initials="张" lastIdx="0" clrIdx="119"/>
  <p:cmAuthor id="121" name="刘笑" initials="刘" lastIdx="0" clrIdx="120"/>
  <p:cmAuthor id="122" name="未知用户31" initials="未" lastIdx="0" clrIdx="121"/>
  <p:cmAuthor id="123" name="Maggie" initials="M" lastIdx="0" clrIdx="122"/>
  <p:cmAuthor id="124" name="未知用户32" initials="未" lastIdx="0" clrIdx="123"/>
  <p:cmAuthor id="125" name="史璐瑶" initials="史" lastIdx="0" clrIdx="124"/>
  <p:cmAuthor id="126" name="未知用户33" initials="未" lastIdx="0" clrIdx="125"/>
  <p:cmAuthor id="127" name="马静" initials="马" lastIdx="0" clrIdx="126"/>
  <p:cmAuthor id="128" name="刘艳龙" initials="刘" lastIdx="0" clrIdx="127"/>
  <p:cmAuthor id="129" name="rq fan" initials="r" lastIdx="0" clrIdx="128"/>
  <p:cmAuthor id="130" name="dingbo" initials="d" lastIdx="0" clrIdx="129"/>
  <p:cmAuthor id="131" name="李永欣" initials="李" lastIdx="0" clrIdx="130"/>
  <p:cmAuthor id="132" name="仝德志" initials="仝" lastIdx="0" clrIdx="131"/>
  <p:cmAuthor id="133" name="许弘扬" initials="许" lastIdx="0" clrIdx="132"/>
  <p:cmAuthor id="134" name="未知用户23" initials="未" lastIdx="0" clrIdx="133"/>
  <p:cmAuthor id="135" name="未知用户24" initials="未" lastIdx="0" clrIdx="134"/>
  <p:cmAuthor id="136" name="未知用户25" initials="未" lastIdx="0" clrIdx="135"/>
  <p:cmAuthor id="137" name="未知用户26" initials="未" lastIdx="0" clrIdx="136"/>
  <p:cmAuthor id="138" name="沈霄雷" initials="沈" lastIdx="0" clrIdx="137"/>
  <p:cmAuthor id="139" name="未知用户27" initials="未" lastIdx="0" clrIdx="138"/>
  <p:cmAuthor id="140" name="Lam" initials="L" lastIdx="0" clrIdx="139"/>
  <p:cmAuthor id="141" name="未知用户28" initials="未" lastIdx="0" clrIdx="140"/>
  <p:cmAuthor id="142" name="williamwhu@163.com" initials="w" lastIdx="0" clrIdx="141"/>
  <p:cmAuthor id="143" name="未知用户29" initials="未" lastIdx="0" clrIdx="142"/>
  <p:cmAuthor id="144" name="未知用户30" initials="未" lastIdx="0" clrIdx="143"/>
  <p:cmAuthor id="145" name="未知用户11" initials="未" lastIdx="0" clrIdx="144"/>
  <p:cmAuthor id="146" name="郝崇" initials="郝" lastIdx="0" clrIdx="145"/>
  <p:cmAuthor id="147" name="吴杰" initials="吴" lastIdx="0" clrIdx="146"/>
  <p:cmAuthor id="148" name="刘丽仙" initials="刘" lastIdx="0" clrIdx="147"/>
  <p:cmAuthor id="149" name="贡鑫" initials="贡" lastIdx="0" clrIdx="148"/>
  <p:cmAuthor id="150" name="陈尚文" initials="陈" lastIdx="0" clrIdx="149"/>
  <p:cmAuthor id="151" name="杜雪梅" initials="杜" lastIdx="0" clrIdx="150"/>
  <p:cmAuthor id="152" name="lijin" initials="l" lastIdx="0" clrIdx="151"/>
  <p:cmAuthor id="153" name="张雁" initials="张" lastIdx="0" clrIdx="152"/>
  <p:cmAuthor id="154" name="贾清山" initials="贾" lastIdx="0" clrIdx="153"/>
  <p:cmAuthor id="155" name="陈桂枝" initials="陈" lastIdx="0" clrIdx="154"/>
  <p:cmAuthor id="156" name="未知用户" initials="未" lastIdx="0" clrIdx="155"/>
  <p:cmAuthor id="157" name="新萝卜家园" initials="新" lastIdx="0" clrIdx="156"/>
  <p:cmAuthor id="158" name="李正" initials="李" lastIdx="0" clrIdx="157"/>
  <p:cmAuthor id="159" name="孟祥超" initials="孟" lastIdx="0" clrIdx="158"/>
  <p:cmAuthor id="160" name="BA-俞阳" initials="B" lastIdx="0" clrIdx="159"/>
  <p:cmAuthor id="161" name="作者" initials="作" lastIdx="0" clrIdx="160"/>
  <p:cmAuthor id="162" name="骆倩怡_Znauj26B" initials="骆" lastIdx="0" clrIdx="161"/>
  <p:cmAuthor id="163" name="UINFOR" initials="U" lastIdx="0" clrIdx="162"/>
  <p:cmAuthor id="164" name="史胜英" initials="史" lastIdx="0" clrIdx="163"/>
  <p:cmAuthor id="165" name="未知用户22" initials="未" lastIdx="0" clrIdx="164"/>
  <p:cmAuthor id="166" name="lx" initials="l" lastIdx="0" clrIdx="165"/>
  <p:cmAuthor id="167" name="李振宇" initials="李" lastIdx="0" clrIdx="166"/>
  <p:cmAuthor id="168" name="邹洋" initials="邹" lastIdx="0" clrIdx="167"/>
  <p:cmAuthor id="169" name="yangkun" initials="y" lastIdx="0" clrIdx="168"/>
  <p:cmAuthor id="170" name="Lenovo User" initials="L" lastIdx="0" clrIdx="169"/>
  <p:cmAuthor id="171" name="hys2" initials="h" lastIdx="0" clrIdx="170"/>
  <p:cmAuthor id="172" name="朱绍春" initials="朱" lastIdx="0" clrIdx="171"/>
  <p:cmAuthor id="173" name="朱悦龙" initials="朱" lastIdx="0" clrIdx="172"/>
  <p:cmAuthor id="174" name="吴铁映" initials="吴" lastIdx="0" clrIdx="173"/>
  <p:cmAuthor id="175" name="Yuan Hu" initials="Y" lastIdx="0" clrIdx="174"/>
  <p:cmAuthor id="176" name="andres.x.gomez" initials="a" lastIdx="0" clrIdx="175"/>
  <p:cmAuthor id="177" name="张艳芳" initials="张" lastIdx="0" clrIdx="176"/>
  <p:cmAuthor id="178" name="邹积逊" initials="邹" lastIdx="0" clrIdx="177"/>
  <p:cmAuthor id="179" name="未知用户17" initials="未" lastIdx="0" clrIdx="178"/>
  <p:cmAuthor id="180" name="未知用户20" initials="未" lastIdx="0" clrIdx="179"/>
  <p:cmAuthor id="181" name="未知用户19" initials="未" lastIdx="0" clrIdx="180"/>
  <p:cmAuthor id="182" name="未知用户21" initials="未" lastIdx="0" clrIdx="181"/>
  <p:cmAuthor id="183" name="未知用户14" initials="未" lastIdx="0" clrIdx="182"/>
  <p:cmAuthor id="184" name="王向羽" initials="王" lastIdx="0" clrIdx="183"/>
  <p:cmAuthor id="185" name="张 茜" initials="张" lastIdx="0" clrIdx="184"/>
  <p:cmAuthor id="186" name="didi" initials="d" lastIdx="0" clrIdx="185"/>
  <p:cmAuthor id="187" name="刘" initials="刘" lastIdx="0" clrIdx="186"/>
  <p:cmAuthor id="188" name="shen.xiaoxia" initials="s" lastIdx="0" clrIdx="187"/>
  <p:cmAuthor id="189" name="liao.zhanwang" initials="l" lastIdx="0" clrIdx="188"/>
  <p:cmAuthor id="190" name="admin" initials="a" lastIdx="0" clrIdx="189"/>
  <p:cmAuthor id="191" name="薛飞飞" initials="薛" lastIdx="0" clrIdx="190"/>
  <p:cmAuthor id="192" name="未知用户146" initials="未" lastIdx="0" clrIdx="191"/>
  <p:cmAuthor id="193" name="Lin, Yongchuan" initials="L" lastIdx="0" clrIdx="192"/>
  <p:cmAuthor id="194" name="张金玉" initials="张" lastIdx="0" clrIdx="193"/>
  <p:cmAuthor id="195" name="永平 李" initials="永" lastIdx="0" clrIdx="194"/>
  <p:cmAuthor id="196" name="贾红喜" initials="贾" lastIdx="0" clrIdx="195"/>
  <p:cmAuthor id="197" name="宋志强" initials="宋" lastIdx="0" clrIdx="196"/>
  <p:cmAuthor id="198" name="张成真" initials="张" lastIdx="0" clrIdx="197"/>
  <p:cmAuthor id="199" name="????" initials="?" lastIdx="0" clrIdx="198"/>
  <p:cmAuthor id="200" name="萧然" initials="萧" lastIdx="0" clrIdx="199"/>
  <p:cmAuthor id="201" name="余志宝" initials="余" lastIdx="0" clrIdx="200"/>
  <p:cmAuthor id="202" name="张大海" initials="张" lastIdx="0" clrIdx="201"/>
  <p:cmAuthor id="203" name="王向妮" initials="王" lastIdx="0" clrIdx="202"/>
  <p:cmAuthor id="204" name="Azfar Mir" initials="A" lastIdx="0" clrIdx="203"/>
  <p:cmAuthor id="205" name="蔡江林" initials="蔡" lastIdx="0" clrIdx="204"/>
  <p:cmAuthor id="206" name="周平" initials="周" lastIdx="0" clrIdx="205"/>
  <p:cmAuthor id="207" name="王伟" initials="王" lastIdx="0" clrIdx="206"/>
  <p:cmAuthor id="208" name="姜亚荣" initials="姜" lastIdx="0" clrIdx="207"/>
  <p:cmAuthor id="209" name="杨晶" initials="杨" lastIdx="0" clrIdx="208"/>
  <p:cmAuthor id="210" name="王景红" initials="王" lastIdx="0" clrIdx="209"/>
  <p:cmAuthor id="211" name="fgx" initials="f" lastIdx="0" clrIdx="210"/>
  <p:cmAuthor id="212" name="郑汝鸿" initials="郑" lastIdx="0" clrIdx="211"/>
  <p:cmAuthor id="213" name="杨秀丰" initials="杨" lastIdx="0" clrIdx="212"/>
  <p:cmAuthor id="214" name="惠莲" initials="惠" lastIdx="0" clrIdx="213"/>
  <p:cmAuthor id="215" name="邢辰凤" initials="邢" lastIdx="0" clrIdx="214"/>
  <p:cmAuthor id="216" name="liang ma" initials="l" lastIdx="0" clrIdx="215"/>
  <p:cmAuthor id="217" name="宋俭" initials="宋" lastIdx="0" clrIdx="216"/>
  <p:cmAuthor id="218" name="马伟媛" initials="马" lastIdx="0" clrIdx="217"/>
  <p:cmAuthor id="219" name="王忠彬" initials="王" lastIdx="0" clrIdx="218"/>
  <p:cmAuthor id="220" name="Microsoft 帐户" initials="M" lastIdx="0" clrIdx="219"/>
  <p:cmAuthor id="221" name="范作霖" initials="范" lastIdx="0" clrIdx="220"/>
  <p:cmAuthor id="222" name="李百秋" initials="李" lastIdx="0" clrIdx="221"/>
  <p:cmAuthor id="223" name="User" initials="U" lastIdx="0" clrIdx="222"/>
  <p:cmAuthor id="224" name="Zhou, Judy" initials="Z" lastIdx="0" clrIdx="223"/>
  <p:cmAuthor id="225" name=" " initials=" " lastIdx="0" clrIdx="224"/>
  <p:cmAuthor id="226" name="张钦" initials="张" lastIdx="0" clrIdx="225"/>
  <p:cmAuthor id="227" name="nine" initials="n" lastIdx="0" clrIdx="226"/>
  <p:cmAuthor id="228" name="涛娜" initials="涛" lastIdx="0" clrIdx="227"/>
  <p:cmAuthor id="229" name="徐仕超" initials="徐" lastIdx="0" clrIdx="228"/>
  <p:cmAuthor id="230" name="宋少霞" initials="宋" lastIdx="0" clrIdx="229"/>
  <p:cmAuthor id="231" name="郝志永" initials="郝" lastIdx="0" clrIdx="230"/>
  <p:cmAuthor id="232" name="hyrx05" initials="h" lastIdx="0" clrIdx="231"/>
  <p:cmAuthor id="233" name="吴军" initials="吴" lastIdx="0" clrIdx="232"/>
  <p:cmAuthor id="234" name="周满红" initials="周" lastIdx="0" clrIdx="233"/>
  <p:cmAuthor id="235" name="张春贤" initials="张" lastIdx="0" clrIdx="234"/>
  <p:cmAuthor id="236" name="张 开阔" initials="张" lastIdx="0" clrIdx="235"/>
  <p:cmAuthor id="237" name="任勇" initials="任" lastIdx="0" clrIdx="236"/>
  <p:cmAuthor id="238" name="Chris Kou" initials="C" lastIdx="0" clrIdx="237"/>
  <p:cmAuthor id="239" name="王川雪" initials="王" lastIdx="0" clrIdx="238"/>
  <p:cmAuthor id="240" name="仵新荣" initials="仵" lastIdx="0" clrIdx="239"/>
  <p:cmAuthor id="241" name="樊革霞" initials="樊" lastIdx="0" clrIdx="240"/>
  <p:cmAuthor id="242" name="席金煜" initials="席" lastIdx="0" clrIdx="241"/>
  <p:cmAuthor id="243" name="樊佳佳" initials="樊" lastIdx="0" clrIdx="242"/>
  <p:cmAuthor id="244" name="covslj" initials="c" lastIdx="0" clrIdx="243"/>
  <p:cmAuthor id="245" name="未知用户43" initials="未" lastIdx="0" clrIdx="244"/>
  <p:cmAuthor id="246" name="未知用户40" initials="未" lastIdx="0" clrIdx="245"/>
  <p:cmAuthor id="247" name="未知用户41" initials="未" lastIdx="0" clrIdx="246"/>
  <p:cmAuthor id="248" name="未知用户36" initials="未" lastIdx="0" clrIdx="247"/>
  <p:cmAuthor id="249" name="未知用户37" initials="未" lastIdx="0" clrIdx="248"/>
  <p:cmAuthor id="250" name="未知用户38" initials="未" lastIdx="0" clrIdx="249"/>
  <p:cmAuthor id="251" name="未知用户39" initials="未" lastIdx="0" clrIdx="250"/>
  <p:cmAuthor id="252" name="未知用户44" initials="未" lastIdx="0" clrIdx="251"/>
  <p:cmAuthor id="253" name="未知用户45" initials="未" lastIdx="0" clrIdx="252"/>
  <p:cmAuthor id="254" name="未知用户46" initials="未" lastIdx="0" clrIdx="253"/>
  <p:cmAuthor id="255" name="未知用户47" initials="未" lastIdx="0" clrIdx="254"/>
  <p:cmAuthor id="256" name="未知用户48" initials="未" lastIdx="0" clrIdx="255"/>
  <p:cmAuthor id="257" name="未知用户49" initials="未" lastIdx="0" clrIdx="256"/>
  <p:cmAuthor id="258" name="未知用户50" initials="未" lastIdx="0" clrIdx="257"/>
  <p:cmAuthor id="259" name="未知用户51" initials="未" lastIdx="0" clrIdx="258"/>
  <p:cmAuthor id="260" name="未知用户52" initials="未" lastIdx="0" clrIdx="259"/>
  <p:cmAuthor id="261" name="未知用户53" initials="未" lastIdx="0" clrIdx="260"/>
  <p:cmAuthor id="262" name="未知用户54" initials="未" lastIdx="0" clrIdx="261"/>
  <p:cmAuthor id="263" name="未知用户55" initials="未" lastIdx="0" clrIdx="262"/>
  <p:cmAuthor id="264" name="未知用户56" initials="未" lastIdx="0" clrIdx="263"/>
  <p:cmAuthor id="265" name="未知用户62" initials="未" lastIdx="0" clrIdx="264"/>
  <p:cmAuthor id="266" name="未知用户63" initials="未" lastIdx="0" clrIdx="265"/>
  <p:cmAuthor id="267" name="未知用户64" initials="未" lastIdx="0" clrIdx="266"/>
  <p:cmAuthor id="268" name="未知用户65" initials="未" lastIdx="0" clrIdx="267"/>
  <p:cmAuthor id="269" name="未知用户66" initials="未" lastIdx="0" clrIdx="268"/>
  <p:cmAuthor id="270" name="未知用户67" initials="未" lastIdx="0" clrIdx="269"/>
  <p:cmAuthor id="271" name="未知用户68" initials="未" lastIdx="0" clrIdx="270"/>
  <p:cmAuthor id="272" name="未知用户69" initials="未" lastIdx="0" clrIdx="271"/>
  <p:cmAuthor id="273" name="未知用户70" initials="未" lastIdx="0" clrIdx="272"/>
  <p:cmAuthor id="274" name="未知用户71" initials="未" lastIdx="0" clrIdx="273"/>
  <p:cmAuthor id="275" name="未知用户72" initials="未" lastIdx="0" clrIdx="274"/>
  <p:cmAuthor id="276" name="未知用户73" initials="未" lastIdx="0" clrIdx="275"/>
  <p:cmAuthor id="277" name="未知用户74" initials="未" lastIdx="0" clrIdx="276"/>
  <p:cmAuthor id="278" name="未知用户75" initials="未" lastIdx="0" clrIdx="277"/>
  <p:cmAuthor id="279" name="未知用户76" initials="未" lastIdx="0" clrIdx="278"/>
  <p:cmAuthor id="280" name="未知用户77" initials="未" lastIdx="0" clrIdx="279"/>
  <p:cmAuthor id="281" name="未知用户78" initials="未" lastIdx="0" clrIdx="280"/>
  <p:cmAuthor id="282" name="未知用户79" initials="未" lastIdx="0" clrIdx="281"/>
  <p:cmAuthor id="283" name="未知用户80" initials="未" lastIdx="0" clrIdx="282"/>
  <p:cmAuthor id="284" name="未知用户81" initials="未" lastIdx="0" clrIdx="283"/>
  <p:cmAuthor id="285" name="未知用户82" initials="未" lastIdx="0" clrIdx="284"/>
  <p:cmAuthor id="286" name="未知用户83" initials="未" lastIdx="0" clrIdx="285"/>
  <p:cmAuthor id="287" name="未知用户84" initials="未" lastIdx="0" clrIdx="286"/>
  <p:cmAuthor id="288" name="未知用户85" initials="未" lastIdx="0" clrIdx="287"/>
  <p:cmAuthor id="289" name="未知用户86" initials="未" lastIdx="0" clrIdx="288"/>
  <p:cmAuthor id="290" name="未知用户87" initials="未" lastIdx="0" clrIdx="289"/>
  <p:cmAuthor id="291" name="未知用户88" initials="未" lastIdx="0" clrIdx="290"/>
  <p:cmAuthor id="292" name="未知用户89" initials="未" lastIdx="0" clrIdx="291"/>
  <p:cmAuthor id="293" name="未知用户90" initials="未" lastIdx="0" clrIdx="292"/>
  <p:cmAuthor id="294" name="未知用户91" initials="未" lastIdx="0" clrIdx="293"/>
  <p:cmAuthor id="295" name="未知用户92" initials="未" lastIdx="0" clrIdx="294"/>
  <p:cmAuthor id="296" name="未知用户93" initials="未" lastIdx="0" clrIdx="295"/>
  <p:cmAuthor id="297" name="未知用户94" initials="未" lastIdx="0" clrIdx="296"/>
  <p:cmAuthor id="298" name="未知用户95" initials="未" lastIdx="0" clrIdx="297"/>
  <p:cmAuthor id="299" name="未知用户96" initials="未" lastIdx="0" clrIdx="298"/>
  <p:cmAuthor id="300" name="未知用户97" initials="未" lastIdx="0" clrIdx="299"/>
  <p:cmAuthor id="301" name="未知用户98" initials="未" lastIdx="0" clrIdx="300"/>
  <p:cmAuthor id="302" name="未知用户99" initials="未" lastIdx="0" clrIdx="301"/>
  <p:cmAuthor id="303" name="未知用户100" initials="未" lastIdx="0" clrIdx="302"/>
  <p:cmAuthor id="304" name="李刚" initials="李" lastIdx="0" clrIdx="303"/>
  <p:cmAuthor id="305" name="朋 王" initials="朋" lastIdx="0" clrIdx="304"/>
  <p:cmAuthor id="306" name="段振华" initials="段" lastIdx="0" clrIdx="305"/>
  <p:cmAuthor id="307" name="沈永强" initials="沈" lastIdx="0" clrIdx="306"/>
  <p:cmAuthor id="308" name="未知用户139" initials="未" lastIdx="0" clrIdx="307"/>
  <p:cmAuthor id="309" name="云峰 贾" initials="云" lastIdx="0" clrIdx="308"/>
  <p:cmAuthor id="310" name="Author" initials="A" lastIdx="0" clrIdx="309"/>
  <p:cmAuthor id="311" name="马红" initials="马" lastIdx="0" clrIdx="310"/>
  <p:cmAuthor id="312" name="杨彦伟" initials="杨" lastIdx="0" clrIdx="311"/>
  <p:cmAuthor id="313" name="未知用户135" initials="未" lastIdx="0" clrIdx="312"/>
  <p:cmAuthor id="314" name="武森" initials="武" lastIdx="0" clrIdx="313"/>
  <p:cmAuthor id="315" name="huang.yongna@byd.com" initials="h" lastIdx="0" clrIdx="314"/>
  <p:cmAuthor id="316" name="张利英" initials="张" lastIdx="0" clrIdx="315"/>
  <p:cmAuthor id="317" name="Ray Cheung" initials="R" lastIdx="0" clrIdx="316"/>
  <p:cmAuthor id="318" name="张双文" initials="张" lastIdx="0" clrIdx="317"/>
  <p:cmAuthor id="319" name="吕羚" initials="吕" lastIdx="0" clrIdx="318"/>
  <p:cmAuthor id="320" name="lenovo" initials="l" lastIdx="0" clrIdx="319"/>
  <p:cmAuthor id="321" name="李天骄" initials="李" lastIdx="0" clrIdx="320"/>
  <p:cmAuthor id="322" name="宋洁然" initials="宋" lastIdx="0" clrIdx="321"/>
  <p:cmAuthor id="323" name="1206988966@qq.com" initials="1" lastIdx="0" clrIdx="322"/>
  <p:cmAuthor id="324" name="郭金玲" initials="郭" lastIdx="0" clrIdx="323"/>
  <p:cmAuthor id="325" name="孙晓珺" initials="孙" lastIdx="0" clrIdx="324"/>
  <p:cmAuthor id="326" name="未知用户1" initials="未" lastIdx="0" clrIdx="325"/>
  <p:cmAuthor id="327" name="qiao.hua" initials="q" lastIdx="0" clrIdx="326"/>
  <p:cmAuthor id="328" name="kuang.liping" initials="k" lastIdx="0" clrIdx="327"/>
  <p:cmAuthor id="329" name="zhang.bo102" initials="z" lastIdx="0" clrIdx="328"/>
  <p:cmAuthor id="330" name="catherine.zhu" initials="c" lastIdx="0" clrIdx="329"/>
  <p:cmAuthor id="331" name="he.yongquan" initials="h" lastIdx="0" clrIdx="330"/>
  <p:cmAuthor id="332" name="wang.jian97" initials="w" lastIdx="0" clrIdx="331"/>
  <p:cmAuthor id="333" name="HONOR" initials="H" lastIdx="0" clrIdx="332"/>
  <p:cmAuthor id="334" name="yan.luping" initials="y" lastIdx="0" clrIdx="333"/>
  <p:cmAuthor id="335" name="yang.chunli" initials="y" lastIdx="0" clrIdx="334"/>
  <p:cmAuthor id="336" name="yao.peng8" initials="y" lastIdx="0" clrIdx="335"/>
  <p:cmAuthor id="337" name="abby.zhang" initials="a" lastIdx="0" clrIdx="336"/>
  <p:cmAuthor id="338" name="嘉穗 唐" initials="嘉" lastIdx="0" clrIdx="337"/>
  <p:cmAuthor id="339" name="gang zhao" initials="g" lastIdx="0" clrIdx="338"/>
  <p:cmAuthor id="340" name="Windows 用户" initials="W" lastIdx="0" clrIdx="339"/>
  <p:cmAuthor id="341" name="lu.xiao6" initials="l" lastIdx="0" clrIdx="340"/>
  <p:cmAuthor id="342" name="李丹" initials="李" lastIdx="0" clrIdx="341"/>
  <p:cmAuthor id="343" name="zhao.chuanchuan" initials="z" lastIdx="0" clrIdx="342"/>
  <p:cmAuthor id="344" name="qiu.le" initials="q" lastIdx="0" clrIdx="343"/>
  <p:cmAuthor id="345" name="xu.wenjun" initials="x" lastIdx="0" clrIdx="344"/>
  <p:cmAuthor id="346" name="wang.jie85" initials="w" lastIdx="0" clrIdx="345"/>
  <p:cmAuthor id="347" name="HYZL05" initials="H" lastIdx="0" clrIdx="346"/>
  <p:cmAuthor id="348" name="gao.huan2" initials="g" lastIdx="0" clrIdx="347"/>
  <p:cmAuthor id="349" name="chen.jinfang" initials="c" lastIdx="0" clrIdx="348"/>
  <p:cmAuthor id="350" name="sheng.li" initials="s" lastIdx="0" clrIdx="349"/>
  <p:cmAuthor id="351" name="张惠" initials="张" lastIdx="0" clrIdx="350"/>
  <p:cmAuthor id="352" name="office" initials="o" lastIdx="0" clrIdx="351"/>
  <p:cmAuthor id="353" name="冯帅" initials="冯" lastIdx="0" clrIdx="352"/>
  <p:cmAuthor id="354" name="朱海平" initials="朱" lastIdx="0" clrIdx="353"/>
  <p:cmAuthor id="355" name="张静" initials="张" lastIdx="0" clrIdx="354"/>
  <p:cmAuthor id="356" name="谭涛" initials="谭" lastIdx="0" clrIdx="355"/>
  <p:cmAuthor id="357" name="scx" initials="s" lastIdx="0" clrIdx="356"/>
  <p:cmAuthor id="358" name="qinghui han" initials="q" lastIdx="0" clrIdx="357"/>
  <p:cmAuthor id="359" name="Youwen Sun" initials="Y" lastIdx="0" clrIdx="358"/>
  <p:cmAuthor id="360" name="董威" initials="董" lastIdx="0" clrIdx="359"/>
  <p:cmAuthor id="361" name="吕冰鑫" initials="吕" lastIdx="0" clrIdx="360"/>
  <p:cmAuthor id="362" name="赵洪丹" initials="赵" lastIdx="0" clrIdx="361"/>
  <p:cmAuthor id="363" name="张德胜" initials="张" lastIdx="0" clrIdx="362"/>
  <p:cmAuthor id="364" name="张" initials="张" lastIdx="0" clrIdx="363"/>
  <p:cmAuthor id="365" name="赵丽丽" initials="赵" lastIdx="0" clrIdx="364"/>
  <p:cmAuthor id="366" name="周建文" initials="周" lastIdx="0" clrIdx="365"/>
  <p:cmAuthor id="367" name="广东伊利" initials="广" lastIdx="0" clrIdx="366"/>
  <p:cmAuthor id="368" name="毛香勤" initials="毛" lastIdx="0" clrIdx="367"/>
  <p:cmAuthor id="369" name="朱彩霞" initials="朱" lastIdx="0" clrIdx="368"/>
  <p:cmAuthor id="370" name="王婷慧" initials="王" lastIdx="0" clrIdx="369"/>
  <p:cmAuthor id="371" name="蔚勇军" initials="蔚" lastIdx="0" clrIdx="370"/>
  <p:cmAuthor id="372" name="王军" initials="王" lastIdx="0" clrIdx="371"/>
  <p:cmAuthor id="373" name="15504" initials="1" lastIdx="0" clrIdx="372"/>
  <p:cmAuthor id="374" name="谢海英" initials="谢" lastIdx="0" clrIdx="373"/>
  <p:cmAuthor id="375" name="未知的使用者52" initials="未" lastIdx="0" clrIdx="374"/>
  <p:cmAuthor id="376" name="未知的使用者72" initials="未" lastIdx="0" clrIdx="375"/>
  <p:cmAuthor id="377" name="不明使用者21" initials="不" lastIdx="0" clrIdx="376"/>
  <p:cmAuthor id="378" name="不明使用者18" initials="不" lastIdx="0" clrIdx="377"/>
  <p:cmAuthor id="379" name="不明使用者19" initials="不" lastIdx="0" clrIdx="378"/>
  <p:cmAuthor id="380" name="未知用户2" initials="未" lastIdx="0" clrIdx="379"/>
  <p:cmAuthor id="381" name="未知的使用者95" initials="未" lastIdx="0" clrIdx="380"/>
  <p:cmAuthor id="382" name="未知的使用者92" initials="未" lastIdx="0" clrIdx="381"/>
  <p:cmAuthor id="383" name="未知的使用者93" initials="未" lastIdx="0" clrIdx="382"/>
  <p:cmAuthor id="384" name="未知的使用者94" initials="未" lastIdx="0" clrIdx="383"/>
  <p:cmAuthor id="385" name="Christina" initials="C" lastIdx="0" clrIdx="384"/>
  <p:cmAuthor id="386" name="jet" initials="j" lastIdx="0" clrIdx="385"/>
  <p:cmAuthor id="387" name="未知用户61" initials="未" lastIdx="0" clrIdx="386"/>
  <p:cmAuthor id="388" name="未知用户60" initials="未" lastIdx="0" clrIdx="387"/>
  <p:cmAuthor id="389" name="Unknown User24" initials="U" lastIdx="0" clrIdx="388"/>
  <p:cmAuthor id="390" name="Unknown User25" initials="U" lastIdx="0" clrIdx="389"/>
  <p:cmAuthor id="391" name="Unknown User26" initials="U" lastIdx="0" clrIdx="390"/>
  <p:cmAuthor id="392" name="Unknown User27" initials="U" lastIdx="0" clrIdx="391"/>
  <p:cmAuthor id="393" name="Unknown User28" initials="U" lastIdx="0" clrIdx="392"/>
  <p:cmAuthor id="394" name="Unknown User11" initials="U" lastIdx="0" clrIdx="393"/>
  <p:cmAuthor id="395" name="Unknown User22" initials="U" lastIdx="0" clrIdx="394"/>
  <p:cmAuthor id="396" name="Unknown User23" initials="U" lastIdx="0" clrIdx="395"/>
  <p:cmAuthor id="397" name="未知的使用者112" initials="未" lastIdx="0" clrIdx="396"/>
  <p:cmAuthor id="398" name="未知的使用者107" initials="未" lastIdx="0" clrIdx="397"/>
  <p:cmAuthor id="399" name="未知的使用者108" initials="未" lastIdx="0" clrIdx="398"/>
  <p:cmAuthor id="400" name="未知的使用者98" initials="未" lastIdx="0" clrIdx="399"/>
  <p:cmAuthor id="401" name="未知的使用者145" initials="未" lastIdx="0" clrIdx="400"/>
  <p:cmAuthor id="402" name="未知的使用者146" initials="未" lastIdx="0" clrIdx="401"/>
  <p:cmAuthor id="403" name="未知的使用者147" initials="未" lastIdx="0" clrIdx="402"/>
  <p:cmAuthor id="404" name="未知的使用者144" initials="未" lastIdx="0" clrIdx="403"/>
  <p:cmAuthor id="405" name="未知的使用者133" initials="未" lastIdx="0" clrIdx="404"/>
  <p:cmAuthor id="406" name="未知的使用者134" initials="未" lastIdx="0" clrIdx="405"/>
  <p:cmAuthor id="407" name="未知的使用者135" initials="未" lastIdx="0" clrIdx="406"/>
  <p:cmAuthor id="408" name="未知的使用者136" initials="未" lastIdx="0" clrIdx="407"/>
  <p:cmAuthor id="409" name="未知的使用者137" initials="未" lastIdx="0" clrIdx="408"/>
  <p:cmAuthor id="410" name="未知的使用者138" initials="未" lastIdx="0" clrIdx="409"/>
  <p:cmAuthor id="411" name="未知的使用者139" initials="未" lastIdx="0" clrIdx="410"/>
  <p:cmAuthor id="412" name="未知的使用者140" initials="未" lastIdx="0" clrIdx="411"/>
  <p:cmAuthor id="413" name="未知的使用者197" initials="未" lastIdx="0" clrIdx="412"/>
  <p:cmAuthor id="414" name="未知的使用者162" initials="未" lastIdx="0" clrIdx="413"/>
  <p:cmAuthor id="415" name="未知的使用者163" initials="未" lastIdx="0" clrIdx="414"/>
  <p:cmAuthor id="416" name="未知的使用者170" initials="未" lastIdx="0" clrIdx="415"/>
  <p:cmAuthor id="417" name="未知的使用者165" initials="未" lastIdx="0" clrIdx="416"/>
  <p:cmAuthor id="418" name="未知的使用者158" initials="未" lastIdx="0" clrIdx="417"/>
  <p:cmAuthor id="419" name="刘浩" initials="刘" lastIdx="0" clrIdx="418"/>
  <p:cmAuthor id="420" name="未知的使用者148" initials="未" lastIdx="0" clrIdx="419"/>
  <p:cmAuthor id="421" name="未知的使用者149" initials="未" lastIdx="0" clrIdx="420"/>
  <p:cmAuthor id="422" name="未知的使用者150" initials="未" lastIdx="0" clrIdx="421"/>
  <p:cmAuthor id="423" name="he zhirui" initials="h" lastIdx="0" clrIdx="422"/>
  <p:cmAuthor id="424" name="未知的使用者166" initials="未" lastIdx="0" clrIdx="423"/>
  <p:cmAuthor id="425" name="伟哥" initials="伟" lastIdx="0" clrIdx="424"/>
  <p:cmAuthor id="426" name="未知的使用者167" initials="未" lastIdx="0" clrIdx="425"/>
  <p:cmAuthor id="427" name="未知的使用者159" initials="未" lastIdx="0" clrIdx="426"/>
  <p:cmAuthor id="428" name="未知的使用者160" initials="未" lastIdx="0" clrIdx="427"/>
  <p:cmAuthor id="429" name="未知的使用者168" initials="未" lastIdx="0" clrIdx="428"/>
  <p:cmAuthor id="430" name="未知的使用者169" initials="未" lastIdx="0" clrIdx="429"/>
  <p:cmAuthor id="431" name="未知的使用者117" initials="未" lastIdx="0" clrIdx="430"/>
  <p:cmAuthor id="432" name="未知的使用者115" initials="未" lastIdx="0" clrIdx="431"/>
  <p:cmAuthor id="433" name="未知的使用者119" initials="未" lastIdx="0" clrIdx="432"/>
  <p:cmAuthor id="434" name="clinchen" initials="c" lastIdx="0" clrIdx="433"/>
  <p:cmAuthor id="435" name="未知的使用者105" initials="未" lastIdx="0" clrIdx="434"/>
  <p:cmAuthor id="436" name="未知用户7" initials="未" lastIdx="0" clrIdx="435"/>
  <p:cmAuthor id="437" name="未知的使用者198" initials="未" lastIdx="0" clrIdx="436"/>
  <p:cmAuthor id="438" name="未知的使用者205" initials="未" lastIdx="0" clrIdx="437"/>
  <p:cmAuthor id="439" name="未知的使用者200" initials="未" lastIdx="0" clrIdx="438"/>
  <p:cmAuthor id="440" name="姚琳" initials="姚" lastIdx="0" clrIdx="439"/>
  <p:cmAuthor id="441" name="未知的使用者181" initials="未" lastIdx="0" clrIdx="440"/>
  <p:cmAuthor id="442" name="Zengyuan Zheng" initials="Z" lastIdx="0" clrIdx="441"/>
  <p:cmAuthor id="443" name="未知的使用者194" initials="未" lastIdx="0" clrIdx="442"/>
  <p:cmAuthor id="444" name="未知的使用者182" initials="未" lastIdx="0" clrIdx="443"/>
  <p:cmAuthor id="445" name="未知的使用者183" initials="未" lastIdx="0" clrIdx="444"/>
  <p:cmAuthor id="446" name="未知的使用者184" initials="未" lastIdx="0" clrIdx="445"/>
  <p:cmAuthor id="447" name="未知的使用者185" initials="未" lastIdx="0" clrIdx="446"/>
  <p:cmAuthor id="448" name="未知的使用者186" initials="未" lastIdx="0" clrIdx="447"/>
  <p:cmAuthor id="449" name="未知的使用者187" initials="未" lastIdx="0" clrIdx="448"/>
  <p:cmAuthor id="450" name="未知的使用者201" initials="未" lastIdx="0" clrIdx="449"/>
  <p:cmAuthor id="451" name="未知的使用者202" initials="未" lastIdx="0" clrIdx="450"/>
  <p:cmAuthor id="452" name="未知的使用者171" initials="未" lastIdx="0" clrIdx="451"/>
  <p:cmAuthor id="453" name="未知的使用者195" initials="未" lastIdx="0" clrIdx="452"/>
  <p:cmAuthor id="454" name="未知的使用者173" initials="未" lastIdx="0" clrIdx="453"/>
  <p:cmAuthor id="455" name="未知的使用者196" initials="未" lastIdx="0" clrIdx="454"/>
  <p:cmAuthor id="456" name="未知的使用者175" initials="未" lastIdx="0" clrIdx="455"/>
  <p:cmAuthor id="457" name="未知的使用者203" initials="未" lastIdx="0" clrIdx="456"/>
  <p:cmAuthor id="458" name="未知的使用者204" initials="未" lastIdx="0" clrIdx="457"/>
  <p:cmAuthor id="459" name="未知的使用者41" initials="未" lastIdx="0" clrIdx="458"/>
  <p:cmAuthor id="460" name="未知的使用者42" initials="未" lastIdx="0" clrIdx="459"/>
  <p:cmAuthor id="461" name="Evonlin" initials="E" lastIdx="0" clrIdx="460"/>
  <p:cmAuthor id="462" name="未知的使用者39" initials="未" lastIdx="0" clrIdx="461"/>
  <p:cmAuthor id="463" name="未知的使用者38" initials="未" lastIdx="0" clrIdx="462"/>
  <p:cmAuthor id="464" name="未知的使用者64" initials="未" lastIdx="0" clrIdx="463"/>
  <p:cmAuthor id="465" name="未知的使用者65" initials="未" lastIdx="0" clrIdx="464"/>
  <p:cmAuthor id="466" name="未知的使用者66" initials="未" lastIdx="0" clrIdx="465"/>
  <p:cmAuthor id="467" name="未知的使用者57" initials="未" lastIdx="0" clrIdx="466"/>
  <p:cmAuthor id="468" name="未知用户152" initials="未" lastIdx="0" clrIdx="467"/>
  <p:cmAuthor id="469" name="未知用户154" initials="未" lastIdx="0" clrIdx="468"/>
  <p:cmAuthor id="470" name="未知用户155" initials="未" lastIdx="0" clrIdx="469"/>
  <p:cmAuthor id="471" name="未知用户156" initials="未" lastIdx="0" clrIdx="470"/>
  <p:cmAuthor id="472" name="未知用户34" initials="未" lastIdx="0" clrIdx="471"/>
  <p:cmAuthor id="473" name="huang gerrard" initials="h" lastIdx="0" clrIdx="472"/>
  <p:cmAuthor id="474" name="MA15" initials="M" lastIdx="0" clrIdx="473"/>
  <p:cmAuthor id="475" name="未知用户101" initials="未" lastIdx="0" clrIdx="474"/>
  <p:cmAuthor id="476" name="yuanzheng" initials="y" lastIdx="0" clrIdx="475"/>
  <p:cmAuthor id="477" name="wanwen" initials="w" lastIdx="0" clrIdx="476"/>
  <p:cmAuthor id="478" name="孙婉" initials="孙" lastIdx="0" clrIdx="477"/>
  <p:cmAuthor id="479" name="未知用户42" initials="未" lastIdx="0" clrIdx="478"/>
  <p:cmAuthor id="480" name="梁明珠" initials="梁" lastIdx="0" clrIdx="479"/>
  <p:cmAuthor id="481" name="Isabella" initials="I" lastIdx="0" clrIdx="480"/>
  <p:cmAuthor id="482" name="KK Yoda" initials="K" lastIdx="0" clrIdx="481"/>
  <p:cmAuthor id="483" name="刘仕俭" initials="刘" lastIdx="0" clrIdx="482"/>
  <p:cmAuthor id="484" name="未知用户163" initials="未" lastIdx="0" clrIdx="483"/>
  <p:cmAuthor id="485" name="未知用户158" initials="未" lastIdx="0" clrIdx="484"/>
  <p:cmAuthor id="486" name="未知用户159" initials="未" lastIdx="0" clrIdx="485"/>
  <p:cmAuthor id="487" name="kp l" initials="k" lastIdx="0" clrIdx="486"/>
  <p:cmAuthor id="488" name="Changing Zhuang" initials="C" lastIdx="0" clrIdx="487"/>
  <p:cmAuthor id="489" name="未知用户177" initials="未" lastIdx="0" clrIdx="488"/>
  <p:cmAuthor id="490" name="未知用户179" initials="未" lastIdx="0" clrIdx="489"/>
  <p:cmAuthor id="491" name="未知用户180" initials="未" lastIdx="0" clrIdx="490"/>
  <p:cmAuthor id="492" name="未知用户181" initials="未" lastIdx="0" clrIdx="491"/>
  <p:cmAuthor id="493" name="未知用户183" initials="未" lastIdx="0" clrIdx="492"/>
  <p:cmAuthor id="494" name="Huangx" initials="H" lastIdx="0" clrIdx="493"/>
  <p:cmAuthor id="495" name="未知用户185" initials="未" lastIdx="0" clrIdx="494"/>
  <p:cmAuthor id="496" name="张建超" initials="张" lastIdx="0" clrIdx="495"/>
  <p:cmAuthor id="497" name="哒哒 熊猫" initials="哒" lastIdx="0" clrIdx="496"/>
  <p:cmAuthor id="498" name="启浩" initials="启" lastIdx="0" clrIdx="497"/>
  <p:cmAuthor id="499" name="吕 阔" initials="吕" lastIdx="0" clrIdx="498"/>
  <p:cmAuthor id="500" name="G" initials="G" lastIdx="0" clrIdx="499"/>
  <p:cmAuthor id="501" name="??" initials="?" lastIdx="0" clrIdx="500"/>
  <p:cmAuthor id="502" name="未知用户108" initials="未" lastIdx="0" clrIdx="501"/>
  <p:cmAuthor id="503" name="李娜" initials="李" lastIdx="0" clrIdx="502"/>
  <p:cmAuthor id="504" name="百里 长青" initials="百" lastIdx="0" clrIdx="503"/>
  <p:cmAuthor id="505" name="zhaoby01" initials="z" lastIdx="0" clrIdx="504"/>
  <p:cmAuthor id="506" name="Lydia" initials="L" lastIdx="0" clrIdx="505"/>
  <p:cmAuthor id="507" name="倚海听风" initials="倚" lastIdx="0" clrIdx="506"/>
  <p:cmAuthor id="508" name="CodonMedical" initials="C" lastIdx="0" clrIdx="507"/>
  <p:cmAuthor id="509" name="dingenshi" initials="d" lastIdx="0" clrIdx="508"/>
  <p:cmAuthor id="510" name="Gallivan, John-Paul {MDAO~Basel}" initials="G" lastIdx="0" clrIdx="509"/>
  <p:cmAuthor id="511" name="谷雨" initials="谷" lastIdx="0" clrIdx="510"/>
  <p:cmAuthor id="512" name="taowei" initials="t" lastIdx="0" clrIdx="511"/>
  <p:cmAuthor id="513" name="Petersen, Jenny {MDBD~South San Francisco}" initials="P" lastIdx="0" clrIdx="512"/>
  <p:cmAuthor id="514" name="Dizzy" initials="D" lastIdx="0" clrIdx="513"/>
  <p:cmAuthor id="515" name="feng wei" initials="f" lastIdx="0" clrIdx="514"/>
  <p:cmAuthor id="516" name="Meredith Kalish" initials="M" lastIdx="0" clrIdx="515"/>
  <p:cmAuthor id="517" name="Mary Beattie" initials="M" lastIdx="0" clrIdx="516"/>
  <p:cmAuthor id="518" name="Melanie Smitt" initials="M" lastIdx="0" clrIdx="517"/>
  <p:cmAuthor id="519" name="Andrea Michels" initials="A" lastIdx="0" clrIdx="518"/>
  <p:cmAuthor id="520" name="Fitzpatrick, Nicole {MGAO~Basel}" initials="F" lastIdx="0" clrIdx="519"/>
  <p:cmAuthor id="521" name="刘风香" initials="刘" lastIdx="0" clrIdx="520"/>
  <p:cmAuthor id="522" name="Mark McGregor (HI)" initials="M" lastIdx="0" clrIdx="521"/>
  <p:cmAuthor id="523" name="Machackova, Zuzana {MDAO~Basel}" initials="M" lastIdx="0" clrIdx="522"/>
  <p:cmAuthor id="524" name="Bart Baranowski (HI)" initials="B" lastIdx="0" clrIdx="523"/>
  <p:cmAuthor id="525" name="Helen Keyworth (HI)" initials="H" lastIdx="0" clrIdx="524"/>
  <p:cmAuthor id="526" name="Daniel Clyde (HI)" initials="D" lastIdx="0" clrIdx="525"/>
  <p:cmAuthor id="527" name="Andrew Moss (HI)" initials="A" lastIdx="0" clrIdx="526"/>
  <p:cmAuthor id="528" name="David Morgan (HI)" initials="D" lastIdx="0" clrIdx="527"/>
  <p:cmAuthor id="529" name="Kate Sillitoe (HI)" initials="K" lastIdx="0" clrIdx="528"/>
  <p:cmAuthor id="530" name="孟轩君" initials="孟" lastIdx="0" clrIdx="529"/>
  <p:cmAuthor id="531" name="hpguan" initials="h" lastIdx="0" clrIdx="530"/>
  <p:cmAuthor id="532" name="甘源" initials="甘" lastIdx="0" clrIdx="531"/>
  <p:cmAuthor id="533" name="fengyuan03" initials="f" lastIdx="0" clrIdx="532"/>
  <p:cmAuthor id="534" name="何富军" initials="何" lastIdx="0" clrIdx="533"/>
  <p:cmAuthor id="535" name="闫秀丽" initials="闫" lastIdx="0" clrIdx="534"/>
  <p:cmAuthor id="536" name="fafa" initials="f" lastIdx="0" clrIdx="535"/>
  <p:cmAuthor id="537" name="古二蛋" initials="古" lastIdx="0" clrIdx="536"/>
  <p:cmAuthor id="538" name="qatr130" initials="q" lastIdx="0" clrIdx="537"/>
  <p:cmAuthor id="539" name="xusha" initials="x" lastIdx="0" clrIdx="538"/>
  <p:cmAuthor id="540" name="wanghao31" initials="w" lastIdx="0" clrIdx="539"/>
  <p:cmAuthor id="541" name="李 东科" initials="李" lastIdx="0" clrIdx="540"/>
  <p:cmAuthor id="542" name="袁正海" initials="袁" lastIdx="0" clrIdx="541"/>
  <p:cmAuthor id="543" name="think" initials="t" lastIdx="0" clrIdx="542"/>
  <p:cmAuthor id="544" name="allan" initials="a" lastIdx="0" clrIdx="543"/>
  <p:cmAuthor id="545" name="cpic" initials="c" lastIdx="0" clrIdx="544"/>
  <p:cmAuthor id="546" name="过 去" initials="过" lastIdx="0" clrIdx="545"/>
  <p:cmAuthor id="547" name="ChinaUser" initials="C" lastIdx="0" clrIdx="546"/>
  <p:cmAuthor id="548" name="miaott" initials="m" lastIdx="0" clrIdx="547"/>
  <p:cmAuthor id="549" name="未知用户389" initials="未" lastIdx="0" clrIdx="548"/>
  <p:cmAuthor id="550" name="未知用户371" initials="未" lastIdx="0" clrIdx="549"/>
  <p:cmAuthor id="551" name="未知用户434" initials="未" lastIdx="0" clrIdx="550"/>
  <p:cmAuthor id="552" name="未知用户390" initials="未" lastIdx="0" clrIdx="551"/>
  <p:cmAuthor id="553" name="未知用户286" initials="未" lastIdx="0" clrIdx="552"/>
  <p:cmAuthor id="554" name="未知用户373" initials="未" lastIdx="0" clrIdx="553"/>
  <p:cmAuthor id="555" name="未知用户350" initials="未" lastIdx="0" clrIdx="554"/>
  <p:cmAuthor id="556" name="未知用户391" initials="未" lastIdx="0" clrIdx="555"/>
  <p:cmAuthor id="557" name="未知用户351" initials="未" lastIdx="0" clrIdx="556"/>
  <p:cmAuthor id="558" name="未知用户352" initials="未" lastIdx="0" clrIdx="557"/>
  <p:cmAuthor id="559" name="未知用户435" initials="未" lastIdx="0" clrIdx="558"/>
  <p:cmAuthor id="560" name="未知用户392" initials="未" lastIdx="0" clrIdx="559"/>
  <p:cmAuthor id="561" name="未知用户393" initials="未" lastIdx="0" clrIdx="560"/>
  <p:cmAuthor id="562" name="未知用户362" initials="未" lastIdx="0" clrIdx="561"/>
  <p:cmAuthor id="563" name="未知用户436" initials="未" lastIdx="0" clrIdx="562"/>
  <p:cmAuthor id="564" name="林正阳" initials="林" lastIdx="0" clrIdx="563"/>
  <p:cmAuthor id="565" name="未知用户369" initials="未" lastIdx="0" clrIdx="564"/>
  <p:cmAuthor id="566" name="未知用户472" initials="未" lastIdx="0" clrIdx="565"/>
  <p:cmAuthor id="567" name="未知用户437" initials="未" lastIdx="0" clrIdx="566"/>
  <p:cmAuthor id="568" name="未知用户372" initials="未" lastIdx="0" clrIdx="567"/>
  <p:cmAuthor id="569" name="未知用户466" initials="未" lastIdx="0" clrIdx="568"/>
  <p:cmAuthor id="570" name="未知用户460" initials="未" lastIdx="0" clrIdx="569"/>
  <p:cmAuthor id="571" name="未知用户438" initials="未" lastIdx="0" clrIdx="570"/>
  <p:cmAuthor id="572" name="未知用户461" initials="未" lastIdx="0" clrIdx="571"/>
  <p:cmAuthor id="573" name="未知用户455" initials="未" lastIdx="0" clrIdx="572"/>
  <p:cmAuthor id="574" name="未知用户462" initials="未" lastIdx="0" clrIdx="573"/>
  <p:cmAuthor id="575" name="未知用户417" initials="未" lastIdx="0" clrIdx="574"/>
  <p:cmAuthor id="576" name="未知用户457" initials="未" lastIdx="0" clrIdx="575"/>
  <p:cmAuthor id="577" name="未知用户450" initials="未" lastIdx="0" clrIdx="576"/>
  <p:cmAuthor id="578" name="未知用户463" initials="未" lastIdx="0" clrIdx="577"/>
  <p:cmAuthor id="579" name="未知用户439" initials="未" lastIdx="0" clrIdx="578"/>
  <p:cmAuthor id="580" name="未知用户468" initials="未" lastIdx="0" clrIdx="579"/>
  <p:cmAuthor id="581" name="未知用户469" initials="未" lastIdx="0" clrIdx="580"/>
  <p:cmAuthor id="582" name="未知用户458" initials="未" lastIdx="0" clrIdx="581"/>
  <p:cmAuthor id="583" name="未知用户440" initials="未" lastIdx="0" clrIdx="582"/>
  <p:cmAuthor id="584" name="未知用户471" initials="未" lastIdx="0" clrIdx="583"/>
  <p:cmAuthor id="585" name="未知用户441" initials="未" lastIdx="0" clrIdx="584"/>
  <p:cmAuthor id="586" name="linkplus" initials="l" lastIdx="0" clrIdx="585"/>
  <p:cmAuthor id="587" name="未知用户442" initials="未" lastIdx="0" clrIdx="586"/>
  <p:cmAuthor id="588" name="橙子" initials="橙" lastIdx="0" clrIdx="587"/>
  <p:cmAuthor id="589" name="未知用户118" initials="未" lastIdx="0" clrIdx="588"/>
  <p:cmAuthor id="590" name="未知用户443" initials="未" lastIdx="0" clrIdx="589"/>
  <p:cmAuthor id="591" name="未知用户119" initials="未" lastIdx="0" clrIdx="590"/>
  <p:cmAuthor id="592" name="未知用户120" initials="未" lastIdx="0" clrIdx="591"/>
  <p:cmAuthor id="593" name="alen" initials="a" lastIdx="0" clrIdx="592"/>
  <p:cmAuthor id="594" name="未知用户121" initials="未" lastIdx="0" clrIdx="593"/>
  <p:cmAuthor id="595" name="未知用户122" initials="未" lastIdx="0" clrIdx="594"/>
  <p:cmAuthor id="596" name="未知用户123" initials="未" lastIdx="0" clrIdx="595"/>
  <p:cmAuthor id="597" name="未知用户124" initials="未" lastIdx="0" clrIdx="596"/>
  <p:cmAuthor id="598" name="未知用户125" initials="未" lastIdx="0" clrIdx="597"/>
  <p:cmAuthor id="599" name="未知用户126" initials="未" lastIdx="0" clrIdx="598"/>
  <p:cmAuthor id="600" name="未知用户127" initials="未" lastIdx="0" clrIdx="599"/>
  <p:cmAuthor id="601" name="未知用户128" initials="未" lastIdx="0" clrIdx="600"/>
  <p:cmAuthor id="602" name="未知用户129" initials="未" lastIdx="0" clrIdx="601"/>
  <p:cmAuthor id="603" name="未知用户130" initials="未" lastIdx="0" clrIdx="602"/>
  <p:cmAuthor id="604" name="未知用户131" initials="未" lastIdx="0" clrIdx="603"/>
  <p:cmAuthor id="605" name="未知用户132" initials="未" lastIdx="0" clrIdx="604"/>
  <p:cmAuthor id="606" name="高超-商业广告_jiY3Nj67" initials="高" lastIdx="0" clrIdx="605"/>
  <p:cmAuthor id="607" name="尹琦-商业广告_QvumFjU3" initials="尹" lastIdx="0" clrIdx="606"/>
  <p:cmAuthor id="608" name="杜晶晶-投资者关系部_vM3mnymA" initials="杜" lastIdx="0" clrIdx="607"/>
  <p:cmAuthor id="609" name="帅 张" initials="帅" lastIdx="0" clrIdx="608"/>
  <p:cmAuthor id="610" name="未知用户339" initials="未" lastIdx="0" clrIdx="609"/>
  <p:cmAuthor id="611" name="殷 积波" initials="殷" lastIdx="0" clrIdx="610"/>
  <p:cmAuthor id="612" name="未知用户225" initials="未" lastIdx="0" clrIdx="611"/>
  <p:cmAuthor id="613" name="未知用户318" initials="未" lastIdx="0" clrIdx="612"/>
  <p:cmAuthor id="614" name="未知用户319" initials="未" lastIdx="0" clrIdx="613"/>
  <p:cmAuthor id="615" name="未知用户321" initials="未" lastIdx="0" clrIdx="614"/>
  <p:cmAuthor id="616" name="未知用户145" initials="未" lastIdx="0" clrIdx="615"/>
  <p:cmAuthor id="617" name="未知用户192" initials="未" lastIdx="0" clrIdx="616"/>
  <p:cmAuthor id="618" name="未知用户324" initials="未" lastIdx="0" clrIdx="617"/>
  <p:cmAuthor id="619" name="未知用户325" initials="未" lastIdx="0" clrIdx="618"/>
  <p:cmAuthor id="620" name="未知用户114" initials="未" lastIdx="0" clrIdx="619"/>
  <p:cmAuthor id="621" name="未知用户115" initials="未" lastIdx="0" clrIdx="620"/>
  <p:cmAuthor id="622" name="未知用户116" initials="未" lastIdx="0" clrIdx="621"/>
  <p:cmAuthor id="623" name="未知用户117" initials="未" lastIdx="0" clrIdx="622"/>
  <p:cmAuthor id="624" name="加 林" initials="加" lastIdx="0" clrIdx="623"/>
  <p:cmAuthor id="625" name="未知用户326" initials="未" lastIdx="0" clrIdx="624"/>
  <p:cmAuthor id="626" name="未知用户327" initials="未" lastIdx="0" clrIdx="625"/>
  <p:cmAuthor id="627" name="未知用户328" initials="未" lastIdx="0" clrIdx="626"/>
  <p:cmAuthor id="628" name="未知用户299" initials="未" lastIdx="0" clrIdx="627"/>
  <p:cmAuthor id="629" name="王 一鸣" initials="王" lastIdx="0" clrIdx="628"/>
  <p:cmAuthor id="630" name="未知用户301" initials="未" lastIdx="0" clrIdx="629"/>
  <p:cmAuthor id="631" name="CPIC" initials="C" lastIdx="0" clrIdx="630"/>
  <p:cmAuthor id="632" name="Well Li" initials="W" lastIdx="0" clrIdx="631"/>
  <p:cmAuthor id="633" name="任俊宣" initials="任" lastIdx="0" clrIdx="632"/>
  <p:cmAuthor id="634" name="未知用户188" initials="未" lastIdx="0" clrIdx="633"/>
  <p:cmAuthor id="635" name="未知用户189" initials="未" lastIdx="0" clrIdx="634"/>
  <p:cmAuthor id="636" name="未知用户165" initials="未" lastIdx="0" clrIdx="635"/>
  <p:cmAuthor id="637" name="未知用户166" initials="未" lastIdx="0" clrIdx="636"/>
  <p:cmAuthor id="638" name="未知用户167" initials="未" lastIdx="0" clrIdx="637"/>
  <p:cmAuthor id="639" name="未知用户168" initials="未" lastIdx="0" clrIdx="638"/>
  <p:cmAuthor id="640" name="未知用户169" initials="未" lastIdx="0" clrIdx="639"/>
  <p:cmAuthor id="641" name="未知用户170" initials="未" lastIdx="0" clrIdx="640"/>
  <p:cmAuthor id="642" name="未知用户171" initials="未" lastIdx="0" clrIdx="641"/>
  <p:cmAuthor id="643" name="未知用户172" initials="未" lastIdx="0" clrIdx="642"/>
  <p:cmAuthor id="644" name="未知用户173" initials="未" lastIdx="0" clrIdx="643"/>
  <p:cmAuthor id="645" name="未知用户174" initials="未" lastIdx="0" clrIdx="644"/>
  <p:cmAuthor id="646" name="未知用户175" initials="未" lastIdx="0" clrIdx="645"/>
  <p:cmAuthor id="647" name="未知用户176" initials="未" lastIdx="0" clrIdx="646"/>
  <p:cmAuthor id="648" name="未知用户198" initials="未" lastIdx="0" clrIdx="647"/>
  <p:cmAuthor id="649" name="未知用户150" initials="未" lastIdx="0" clrIdx="648"/>
  <p:cmAuthor id="650" name="未知用户220" initials="未" lastIdx="0" clrIdx="649"/>
  <p:cmAuthor id="651" name="未知用户221" initials="未" lastIdx="0" clrIdx="650"/>
  <p:cmAuthor id="652" name="未知用户199" initials="未" lastIdx="0" clrIdx="651"/>
  <p:cmAuthor id="653" name="未知用户200" initials="未" lastIdx="0" clrIdx="652"/>
  <p:cmAuthor id="654" name="未知用户201" initials="未" lastIdx="0" clrIdx="653"/>
  <p:cmAuthor id="655" name="未知用户214" initials="未" lastIdx="0" clrIdx="654"/>
  <p:cmAuthor id="656" name="未知用户216" initials="未" lastIdx="0" clrIdx="655"/>
  <p:cmAuthor id="657" name="未知用户202" initials="未" lastIdx="0" clrIdx="656"/>
  <p:cmAuthor id="658" name="未知用户203" initials="未" lastIdx="0" clrIdx="657"/>
  <p:cmAuthor id="659" name="未知用户204" initials="未" lastIdx="0" clrIdx="658"/>
  <p:cmAuthor id="660" name="未知用户205" initials="未" lastIdx="0" clrIdx="659"/>
  <p:cmAuthor id="661" name="未知用户206" initials="未" lastIdx="0" clrIdx="660"/>
  <p:cmAuthor id="662" name="未知用户207" initials="未" lastIdx="0" clrIdx="661"/>
  <p:cmAuthor id="663" name="未知用户208" initials="未" lastIdx="0" clrIdx="662"/>
  <p:cmAuthor id="664" name="未知用户209" initials="未" lastIdx="0" clrIdx="663"/>
  <p:cmAuthor id="665" name="未知用户210" initials="未" lastIdx="0" clrIdx="664"/>
  <p:cmAuthor id="666" name="未知用户213" initials="未" lastIdx="0" clrIdx="665"/>
  <p:cmAuthor id="667" name="未知用户211" initials="未" lastIdx="0" clrIdx="666"/>
  <p:cmAuthor id="668" name="?定义" initials="?" lastIdx="0" clrIdx="667"/>
  <p:cmAuthor id="669" name="未知用户251" initials="未" lastIdx="0" clrIdx="668"/>
  <p:cmAuthor id="670" name="未知用户253" initials="未" lastIdx="0" clrIdx="669"/>
  <p:cmAuthor id="671" name="sxp" initials="s" lastIdx="0" clrIdx="670"/>
  <p:cmAuthor id="672" name="张婧玉" initials="张" lastIdx="0" clrIdx="671"/>
  <p:cmAuthor id="673" name="未知用户256" initials="未" lastIdx="0" clrIdx="672"/>
  <p:cmAuthor id="674" name="未知用户258" initials="未" lastIdx="0" clrIdx="673"/>
  <p:cmAuthor id="675" name="未知用户287" initials="未" lastIdx="0" clrIdx="674"/>
  <p:cmAuthor id="676" name="未知用户291" initials="未" lastIdx="0" clrIdx="675"/>
  <p:cmAuthor id="677" name="未知用户475" initials="未" lastIdx="0" clrIdx="676"/>
  <p:cmAuthor id="678" name="未知用户266" initials="未" lastIdx="0" clrIdx="677"/>
  <p:cmAuthor id="679" name="未知用户268" initials="未" lastIdx="0" clrIdx="678"/>
  <p:cmAuthor id="680" name="未知用户269" initials="未" lastIdx="0" clrIdx="679"/>
  <p:cmAuthor id="681" name="曾 继" initials="曾" lastIdx="0" clrIdx="680"/>
  <p:cmAuthor id="682" name="陈静雯" initials="陈" lastIdx="0" clrIdx="681"/>
  <p:cmAuthor id="683" name="未知用户275" initials="未" lastIdx="0" clrIdx="682"/>
  <p:cmAuthor id="684" name="未知用户358" initials="未" lastIdx="0" clrIdx="683"/>
  <p:cmAuthor id="685" name="未知用户359" initials="未" lastIdx="0" clrIdx="684"/>
  <p:cmAuthor id="686" name="未知用户360" initials="未" lastIdx="0" clrIdx="685"/>
  <p:cmAuthor id="687" name="未知用户361" initials="未" lastIdx="0" clrIdx="686"/>
  <p:cmAuthor id="688" name="未知用户364" initials="未" lastIdx="0" clrIdx="687"/>
  <p:cmAuthor id="689" name="未知用户297" initials="未" lastIdx="0" clrIdx="688"/>
  <p:cmAuthor id="690" name="未知用户476" initials="未" lastIdx="0" clrIdx="689"/>
  <p:cmAuthor id="691" name="未知用户307" initials="未" lastIdx="0" clrIdx="690"/>
  <p:cmAuthor id="692" name="未知用户315" initials="未" lastIdx="0" clrIdx="691"/>
  <p:cmAuthor id="693" name="未知用户317" initials="未" lastIdx="0" clrIdx="692"/>
  <p:cmAuthor id="694" name="未知用户329" initials="未" lastIdx="0" clrIdx="693"/>
  <p:cmAuthor id="695" name="王威" initials="王" lastIdx="0" clrIdx="694"/>
  <p:cmAuthor id="696" name="未知用户341" initials="未" lastIdx="0" clrIdx="695"/>
  <p:cmAuthor id="697" name="未知用户342" initials="未" lastIdx="0" clrIdx="696"/>
  <p:cmAuthor id="698" name="未知用户343" initials="未" lastIdx="0" clrIdx="697"/>
  <p:cmAuthor id="699" name="未知用户344" initials="未" lastIdx="0" clrIdx="698"/>
  <p:cmAuthor id="700" name="未知用户365" initials="未" lastIdx="0" clrIdx="699"/>
  <p:cmAuthor id="701" name="贺龙" initials="贺" lastIdx="0" clrIdx="700"/>
  <p:cmAuthor id="702" name="未知用户459" initials="未" lastIdx="0" clrIdx="701"/>
  <p:cmAuthor id="703" name="未知用户368" initials="未" lastIdx="0" clrIdx="702"/>
  <p:cmAuthor id="704" name="未知用户403" initials="未" lastIdx="0" clrIdx="703"/>
  <p:cmAuthor id="705" name="未知用户379" initials="未" lastIdx="0" clrIdx="704"/>
  <p:cmAuthor id="706" name="未知用户380" initials="未" lastIdx="0" clrIdx="705"/>
  <p:cmAuthor id="707" name="刘 姝" initials="刘" lastIdx="0" clrIdx="706"/>
  <p:cmAuthor id="708" name="未知用户382" initials="未" lastIdx="0" clrIdx="707"/>
  <p:cmAuthor id="709" name="未知用户276" initials="未" lastIdx="0" clrIdx="708"/>
  <p:cmAuthor id="710" name="未知用户384" initials="未" lastIdx="0" clrIdx="709"/>
  <p:cmAuthor id="711" name="未知用户385" initials="未" lastIdx="0" clrIdx="710"/>
  <p:cmAuthor id="712" name="未知用户386" initials="未" lastIdx="0" clrIdx="711"/>
  <p:cmAuthor id="713" name="未知用户387" initials="未" lastIdx="0" clrIdx="712"/>
  <p:cmAuthor id="714" name="yuancc04" initials="y" lastIdx="0" clrIdx="713"/>
  <p:cmAuthor id="715" name="未知用户411" initials="未" lastIdx="0" clrIdx="714"/>
  <p:cmAuthor id="716" name="Wenqi Sheng" initials="W" lastIdx="0" clrIdx="715"/>
  <p:cmAuthor id="717" name="未知用户489" initials="未" lastIdx="0" clrIdx="716"/>
  <p:cmAuthor id="718" name="未知用户252" initials="未" lastIdx="0" clrIdx="717"/>
  <p:cmAuthor id="719" name="未知用户394" initials="未" lastIdx="0" clrIdx="718"/>
  <p:cmAuthor id="720" name="未知用户395" initials="未" lastIdx="0" clrIdx="719"/>
  <p:cmAuthor id="721" name="未知用户257" initials="未" lastIdx="0" clrIdx="720"/>
  <p:cmAuthor id="722" name="未知用户406" initials="未" lastIdx="0" clrIdx="721"/>
  <p:cmAuthor id="723" name="未知用户397" initials="未" lastIdx="0" clrIdx="722"/>
  <p:cmAuthor id="724" name="未知用户398" initials="未" lastIdx="0" clrIdx="723"/>
  <p:cmAuthor id="725" name="未知用户399" initials="未" lastIdx="0" clrIdx="724"/>
  <p:cmAuthor id="726" name="未知用户401" initials="未" lastIdx="0" clrIdx="725"/>
  <p:cmAuthor id="727" name="未知用户420" initials="未" lastIdx="0" clrIdx="726"/>
  <p:cmAuthor id="728" name="未知用户488" initials="未" lastIdx="0" clrIdx="727"/>
  <p:cmAuthor id="729" name="未知用户424" initials="未" lastIdx="0" clrIdx="728"/>
  <p:cmAuthor id="730" name="未知用户419" initials="未" lastIdx="0" clrIdx="729"/>
  <p:cmAuthor id="731" name="未知用户425" initials="未" lastIdx="0" clrIdx="730"/>
  <p:cmAuthor id="732" name="未知用户195" initials="未" lastIdx="0" clrIdx="731"/>
  <p:cmAuthor id="733" name="sunlj002" initials="s" lastIdx="0" clrIdx="732"/>
  <p:cmAuthor id="734" name="未知用户263" initials="未" lastIdx="0" clrIdx="733"/>
  <p:cmAuthor id="735" name="未知用户430" initials="未" lastIdx="0" clrIdx="734"/>
  <p:cmAuthor id="736" name="未知用户431" initials="未" lastIdx="0" clrIdx="735"/>
  <p:cmAuthor id="737" name="未知用户432" initials="未" lastIdx="0" clrIdx="736"/>
  <p:cmAuthor id="738" name="未知用户433" initials="未" lastIdx="0" clrIdx="737"/>
  <p:cmAuthor id="739" name="未知用户298" initials="未" lastIdx="0" clrIdx="738"/>
  <p:cmAuthor id="740" name="未知用户490" initials="未" lastIdx="0" clrIdx="739"/>
  <p:cmAuthor id="741" name="Yoda KK" initials="Y" lastIdx="0" clrIdx="740"/>
  <p:cmAuthor id="742" name="未知用户334" initials="未" lastIdx="0" clrIdx="741"/>
  <p:cmAuthor id="743" name="未知用户477" initials="未" lastIdx="0" clrIdx="742"/>
  <p:cmAuthor id="744" name="未知用户345" initials="未" lastIdx="0" clrIdx="743"/>
  <p:cmAuthor id="745" name="未知用户264" initials="未" lastIdx="0" clrIdx="744"/>
  <p:cmAuthor id="746" name="未知用户367" initials="未" lastIdx="0" clrIdx="745"/>
  <p:cmAuthor id="747" name="未知用户402" initials="未" lastIdx="0" clrIdx="746"/>
  <p:cmAuthor id="748" name="未知用户405" initials="未" lastIdx="0" clrIdx="747"/>
  <p:cmAuthor id="749" name="未知用户383" initials="未" lastIdx="0" clrIdx="748"/>
  <p:cmAuthor id="750" name="未知用户388" initials="未" lastIdx="0" clrIdx="749"/>
  <p:cmAuthor id="751" name="冯长玉" initials="冯" lastIdx="0" clrIdx="750"/>
  <p:cmAuthor id="752" name="未知用户396" initials="未" lastIdx="0" clrIdx="751"/>
  <p:cmAuthor id="753" name="未知用户407" initials="未" lastIdx="0" clrIdx="752"/>
  <p:cmAuthor id="754" name="OK是小杨" initials="O" lastIdx="0" clrIdx="753"/>
  <p:cmAuthor id="755" name="未知用户400" initials="未" lastIdx="0" clrIdx="754"/>
  <p:cmAuthor id="756" name="未知用户421" initials="未" lastIdx="0" clrIdx="755"/>
  <p:cmAuthor id="757" name="未知用户422" initials="未" lastIdx="0" clrIdx="756"/>
  <p:cmAuthor id="758" name="未知用户423" initials="未" lastIdx="0" clrIdx="757"/>
  <p:cmAuthor id="759" name="未知用户426" initials="未" lastIdx="0" clrIdx="758"/>
  <p:cmAuthor id="760" name="未知用户427" initials="未" lastIdx="0" clrIdx="759"/>
  <p:cmAuthor id="761" name="未知用户428" initials="未" lastIdx="0" clrIdx="760"/>
  <p:cmAuthor id="762" name="未知用户429" initials="未" lastIdx="0" clrIdx="761"/>
  <p:cmAuthor id="763" name="Vivian Liu" initials="V" lastIdx="0" clrIdx="762"/>
  <p:cmAuthor id="764" name="zhang li" initials="z" lastIdx="0" clrIdx="763"/>
  <p:cmAuthor id="765" name="YY" initials="Y" lastIdx="0" clrIdx="764"/>
  <p:cmAuthor id="766" name="郑勇进" initials="郑" lastIdx="0" clrIdx="765"/>
  <p:cmAuthor id="767" name="wenle369@sina.com" initials="w" lastIdx="0" clrIdx="766"/>
  <p:cmAuthor id="768" name="未知用户418" initials="未" lastIdx="0" clrIdx="767"/>
  <p:cmAuthor id="769" name="未知用户271" initials="未" lastIdx="0" clrIdx="768"/>
  <p:cmAuthor id="770" name="凯萌 王" initials="凯" lastIdx="0" clrIdx="769"/>
  <p:cmAuthor id="771" name="未知的使用者123" initials="未" lastIdx="0" clrIdx="770"/>
  <p:cmAuthor id="772" name="天朗" initials="天" lastIdx="0" clrIdx="771"/>
  <p:cmAuthor id="773" name="LENOVO" initials="L" lastIdx="0" clrIdx="772"/>
  <p:cmAuthor id="774" name="张 博" initials="张" lastIdx="0" clrIdx="773"/>
  <p:cmAuthor id="775" name="McGlasson, Louise" initials="M" lastIdx="0" clrIdx="774"/>
  <p:cmAuthor id="776" name="Morgan, Aaron" initials="M" lastIdx="0" clrIdx="775"/>
  <p:cmAuthor id="777" name="weige" initials="w" lastIdx="0" clrIdx="776"/>
  <p:cmAuthor id="778" name="Luo Mingjie" initials="L" lastIdx="0" clrIdx="777"/>
  <p:cmAuthor id="779" name="JerryW" initials="J" lastIdx="0" clrIdx="778"/>
  <p:cmAuthor id="780" name="严登兴" initials="严" lastIdx="0" clrIdx="779"/>
  <p:cmAuthor id="781" name="lv.lixia@byd.com" initials="l" lastIdx="0" clrIdx="780"/>
  <p:cmAuthor id="782" name="洪 开" initials="洪" lastIdx="0" clrIdx="781"/>
  <p:cmAuthor id="783" name="zln" initials="z" lastIdx="0" clrIdx="782"/>
  <p:cmAuthor id="784" name="song.chao2" initials="s" lastIdx="0" clrIdx="783"/>
  <p:cmAuthor id="785" name="ding.rui4@byd.com" initials="d" lastIdx="0" clrIdx="784"/>
  <p:cmAuthor id="786" name="池依曼" initials="池" lastIdx="0" clrIdx="785"/>
  <p:cmAuthor id="787" name="未知用户219" initials="未" lastIdx="0" clrIdx="786"/>
  <p:cmAuthor id="788" name="未知用户230" initials="未" lastIdx="0" clrIdx="787"/>
  <p:cmAuthor id="789" name="未知用户231" initials="未" lastIdx="0" clrIdx="788"/>
  <p:cmAuthor id="790" name="未知用户232" initials="未" lastIdx="0" clrIdx="789"/>
  <p:cmAuthor id="791" name="未知用户237" initials="未" lastIdx="0" clrIdx="790"/>
  <p:cmAuthor id="792" name="未知用户226" initials="未" lastIdx="0" clrIdx="791"/>
  <p:cmAuthor id="793" name="亚运 曹" initials="亚" lastIdx="0" clrIdx="792"/>
  <p:cmAuthor id="794" name="zhang.hang4" initials="z" lastIdx="0" clrIdx="793"/>
  <p:cmAuthor id="795" name="张正明" initials="张" lastIdx="0" clrIdx="794"/>
  <p:cmAuthor id="796" name="FANG SUN" initials="F" lastIdx="0" clrIdx="795"/>
  <p:cmAuthor id="797" name="未知用户416" initials="未" lastIdx="0" clrIdx="796"/>
  <p:cmAuthor id="798" name="未知用户404" initials="未" lastIdx="0" clrIdx="797"/>
  <p:cmAuthor id="799" name="赵兰玉" initials="赵" lastIdx="0" clrIdx="798"/>
  <p:cmAuthor id="800" name="未知用户408" initials="未" lastIdx="0" clrIdx="799"/>
  <p:cmAuthor id="801" name="未知用户409" initials="未" lastIdx="0" clrIdx="800"/>
  <p:cmAuthor id="802" name="未知用户412" initials="未" lastIdx="0" clrIdx="801"/>
  <p:cmAuthor id="803" name="什么？ what？" initials="什" lastIdx="0" clrIdx="802"/>
  <p:cmAuthor id="804" name="未知用户413" initials="未" lastIdx="0" clrIdx="803"/>
  <p:cmAuthor id="805" name="Qingyunli" initials="Q" lastIdx="0" clrIdx="804"/>
  <p:cmAuthor id="806" name="未知用户414" initials="未" lastIdx="0" clrIdx="805"/>
  <p:cmAuthor id="807" name="未知用户415" initials="未" lastIdx="0" clrIdx="806"/>
  <p:cmAuthor id="808" name="未知用户215" initials="未" lastIdx="0" clrIdx="807"/>
  <p:cmAuthor id="809" name="未知用户217" initials="未" lastIdx="0" clrIdx="808"/>
  <p:cmAuthor id="810" name="未知用户261" initials="未" lastIdx="0" clrIdx="809"/>
  <p:cmAuthor id="811" name="未知用户12" initials="未" lastIdx="0" clrIdx="810"/>
  <p:cmAuthor id="812" name="刘广艳" initials="刘" lastIdx="0" clrIdx="81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76"/>
        <p:guide pos="385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image" Target="../media/image2.png"/><Relationship Id="rId5" Type="http://schemas.openxmlformats.org/officeDocument/2006/relationships/image" Target="../media/image6.jpe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为地球降温1摄氏度_画板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35" y="0"/>
            <a:ext cx="12224142" cy="6876000"/>
          </a:xfrm>
          <a:prstGeom prst="rect">
            <a:avLst/>
          </a:prstGeom>
        </p:spPr>
      </p:pic>
      <p:pic>
        <p:nvPicPr>
          <p:cNvPr id="8" name="图片 7" descr="LOGO确定版-2022-0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9551" y="282575"/>
            <a:ext cx="1010867" cy="21209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封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" descr="图片 2"/>
          <p:cNvPicPr>
            <a:picLocks noChangeAspect="1"/>
          </p:cNvPicPr>
          <p:nvPr userDrawn="1"/>
        </p:nvPicPr>
        <p:blipFill>
          <a:blip r:embed="rId2"/>
          <a:srcRect t="20342"/>
          <a:stretch>
            <a:fillRect/>
          </a:stretch>
        </p:blipFill>
        <p:spPr>
          <a:xfrm>
            <a:off x="0" y="1395117"/>
            <a:ext cx="12192566" cy="546323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0" name="图片 4" descr="图片 4"/>
          <p:cNvPicPr>
            <a:picLocks noChangeAspect="1"/>
          </p:cNvPicPr>
          <p:nvPr userDrawn="1"/>
        </p:nvPicPr>
        <p:blipFill>
          <a:blip r:embed="rId3"/>
          <a:srcRect l="3594" t="20879" b="10988"/>
          <a:stretch>
            <a:fillRect/>
          </a:stretch>
        </p:blipFill>
        <p:spPr>
          <a:xfrm>
            <a:off x="10381108" y="236956"/>
            <a:ext cx="1535947" cy="3321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1" name="图片 4" descr="图片 4"/>
          <p:cNvPicPr>
            <a:picLocks noChangeAspect="1"/>
          </p:cNvPicPr>
          <p:nvPr userDrawn="1"/>
        </p:nvPicPr>
        <p:blipFill>
          <a:blip r:embed="rId4"/>
          <a:srcRect t="97980"/>
          <a:stretch>
            <a:fillRect/>
          </a:stretch>
        </p:blipFill>
        <p:spPr>
          <a:xfrm>
            <a:off x="0" y="6719801"/>
            <a:ext cx="12192566" cy="13855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2" name="图片 2" descr="图片 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202" y="91"/>
            <a:ext cx="12243133" cy="6912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8" name="图片 7" descr="LOGO确定版-2022-02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69551" y="282575"/>
            <a:ext cx="1010867" cy="21209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6" descr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427" y="2295643"/>
            <a:ext cx="4781714" cy="183524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4FB19-B74F-40CF-85C7-4DD4BF9DD009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1B1DA-3F70-4C7C-BFCD-9DDB12D5CD3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35BB-14FC-4CCE-A8DB-8CC25B842F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65CB-6F0A-4E6C-9D45-A66741D38A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35BB-14FC-4CCE-A8DB-8CC25B842F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65CB-6F0A-4E6C-9D45-A66741D38A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35BB-14FC-4CCE-A8DB-8CC25B842F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65CB-6F0A-4E6C-9D45-A66741D38A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35BB-14FC-4CCE-A8DB-8CC25B842F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65CB-6F0A-4E6C-9D45-A66741D38A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35BB-14FC-4CCE-A8DB-8CC25B842F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65CB-6F0A-4E6C-9D45-A66741D38A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35BB-14FC-4CCE-A8DB-8CC25B842F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65CB-6F0A-4E6C-9D45-A66741D38A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35BB-14FC-4CCE-A8DB-8CC25B842F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65CB-6F0A-4E6C-9D45-A66741D38A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35BB-14FC-4CCE-A8DB-8CC25B842F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65CB-6F0A-4E6C-9D45-A66741D38A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35BB-14FC-4CCE-A8DB-8CC25B842F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65CB-6F0A-4E6C-9D45-A66741D38A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35BB-14FC-4CCE-A8DB-8CC25B842F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65CB-6F0A-4E6C-9D45-A66741D38A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535BB-14FC-4CCE-A8DB-8CC25B842F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65CB-6F0A-4E6C-9D45-A66741D38A8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为地球降温1摄氏度_画板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35" y="0"/>
            <a:ext cx="12224779" cy="6876000"/>
          </a:xfrm>
          <a:prstGeom prst="rect">
            <a:avLst/>
          </a:prstGeom>
        </p:spPr>
      </p:pic>
      <p:pic>
        <p:nvPicPr>
          <p:cNvPr id="8" name="图片 7" descr="LOGO确定版-2022-0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9570" y="282575"/>
            <a:ext cx="1010920" cy="21209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" descr="图片 2"/>
          <p:cNvPicPr>
            <a:picLocks noChangeAspect="1"/>
          </p:cNvPicPr>
          <p:nvPr/>
        </p:nvPicPr>
        <p:blipFill>
          <a:blip r:embed="rId6"/>
          <a:srcRect t="20342"/>
          <a:stretch>
            <a:fillRect/>
          </a:stretch>
        </p:blipFill>
        <p:spPr>
          <a:xfrm>
            <a:off x="0" y="1395117"/>
            <a:ext cx="12192566" cy="546323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" name="图片 4" descr="图片 4"/>
          <p:cNvPicPr>
            <a:picLocks noChangeAspect="1"/>
          </p:cNvPicPr>
          <p:nvPr/>
        </p:nvPicPr>
        <p:blipFill>
          <a:blip r:embed="rId7"/>
          <a:srcRect l="3594" t="20879" b="10988"/>
          <a:stretch>
            <a:fillRect/>
          </a:stretch>
        </p:blipFill>
        <p:spPr>
          <a:xfrm>
            <a:off x="10381108" y="236956"/>
            <a:ext cx="1535947" cy="33217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标题文本"/>
          <p:cNvSpPr txBox="1">
            <a:spLocks noGrp="1"/>
          </p:cNvSpPr>
          <p:nvPr>
            <p:ph type="title"/>
          </p:nvPr>
        </p:nvSpPr>
        <p:spPr>
          <a:xfrm>
            <a:off x="609628" y="92079"/>
            <a:ext cx="10973308" cy="1508204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标题文本</a:t>
            </a:r>
          </a:p>
        </p:txBody>
      </p:sp>
      <p:sp>
        <p:nvSpPr>
          <p:cNvPr id="5" name="正文级别 1…"/>
          <p:cNvSpPr txBox="1">
            <a:spLocks noGrp="1"/>
          </p:cNvSpPr>
          <p:nvPr>
            <p:ph type="body" idx="1"/>
          </p:nvPr>
        </p:nvSpPr>
        <p:spPr>
          <a:xfrm>
            <a:off x="609628" y="1600282"/>
            <a:ext cx="10973308" cy="5258071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893073" y="6172518"/>
            <a:ext cx="2844932" cy="368320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6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med"/>
  <p:txStyles>
    <p:titleStyle>
      <a:lvl1pPr marL="0" marR="0" indent="0" algn="ctr" defTabSz="410845" rtl="0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1pPr>
      <a:lvl2pPr marL="0" marR="0" indent="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2pPr>
      <a:lvl3pPr marL="0" marR="0" indent="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3pPr>
      <a:lvl4pPr marL="0" marR="0" indent="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4pPr>
      <a:lvl5pPr marL="0" marR="0" indent="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5pPr>
      <a:lvl6pPr marL="0" marR="0" indent="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6pPr>
      <a:lvl7pPr marL="0" marR="0" indent="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7pPr>
      <a:lvl8pPr marL="0" marR="0" indent="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8pPr>
      <a:lvl9pPr marL="0" marR="0" indent="0" algn="ctr" defTabSz="82105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9pPr>
    </p:titleStyle>
    <p:bodyStyle>
      <a:lvl1pPr marL="309245" marR="0" indent="-309245" algn="l" defTabSz="410845" rtl="0" latinLnBrk="0">
        <a:lnSpc>
          <a:spcPct val="100000"/>
        </a:lnSpc>
        <a:spcBef>
          <a:spcPct val="590000"/>
        </a:spcBef>
        <a:spcAft>
          <a:spcPts val="0"/>
        </a:spcAft>
        <a:buClrTx/>
        <a:buSzPct val="75000"/>
        <a:buFontTx/>
        <a:buChar char="•"/>
        <a:defRPr sz="25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1pPr>
      <a:lvl2pPr marL="530860" marR="0" indent="-309245" algn="l" defTabSz="410845" rtl="0" latinLnBrk="0">
        <a:lnSpc>
          <a:spcPct val="100000"/>
        </a:lnSpc>
        <a:spcBef>
          <a:spcPct val="590000"/>
        </a:spcBef>
        <a:spcAft>
          <a:spcPts val="0"/>
        </a:spcAft>
        <a:buClrTx/>
        <a:buSzPct val="75000"/>
        <a:buFontTx/>
        <a:buChar char="•"/>
        <a:defRPr sz="25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2pPr>
      <a:lvl3pPr marL="753745" marR="0" indent="-309245" algn="l" defTabSz="410845" rtl="0" latinLnBrk="0">
        <a:lnSpc>
          <a:spcPct val="100000"/>
        </a:lnSpc>
        <a:spcBef>
          <a:spcPct val="590000"/>
        </a:spcBef>
        <a:spcAft>
          <a:spcPts val="0"/>
        </a:spcAft>
        <a:buClrTx/>
        <a:buSzPct val="75000"/>
        <a:buFontTx/>
        <a:buChar char="•"/>
        <a:defRPr sz="25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3pPr>
      <a:lvl4pPr marL="975360" marR="0" indent="-309245" algn="l" defTabSz="410845" rtl="0" latinLnBrk="0">
        <a:lnSpc>
          <a:spcPct val="100000"/>
        </a:lnSpc>
        <a:spcBef>
          <a:spcPct val="590000"/>
        </a:spcBef>
        <a:spcAft>
          <a:spcPts val="0"/>
        </a:spcAft>
        <a:buClrTx/>
        <a:buSzPct val="75000"/>
        <a:buFontTx/>
        <a:buChar char="•"/>
        <a:defRPr sz="25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4pPr>
      <a:lvl5pPr marL="1197610" marR="0" indent="-309245" algn="l" defTabSz="410845" rtl="0" latinLnBrk="0">
        <a:lnSpc>
          <a:spcPct val="100000"/>
        </a:lnSpc>
        <a:spcBef>
          <a:spcPct val="590000"/>
        </a:spcBef>
        <a:spcAft>
          <a:spcPts val="0"/>
        </a:spcAft>
        <a:buClrTx/>
        <a:buSzPct val="75000"/>
        <a:buFontTx/>
        <a:buChar char="•"/>
        <a:defRPr sz="25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5pPr>
      <a:lvl6pPr marL="1419860" marR="0" indent="-309245" algn="l" defTabSz="410845" rtl="0" latinLnBrk="0">
        <a:lnSpc>
          <a:spcPct val="100000"/>
        </a:lnSpc>
        <a:spcBef>
          <a:spcPct val="590000"/>
        </a:spcBef>
        <a:spcAft>
          <a:spcPts val="0"/>
        </a:spcAft>
        <a:buClrTx/>
        <a:buSzPct val="75000"/>
        <a:buFontTx/>
        <a:buChar char="•"/>
        <a:defRPr sz="25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6pPr>
      <a:lvl7pPr marL="1642110" marR="0" indent="-309245" algn="l" defTabSz="410845" rtl="0" latinLnBrk="0">
        <a:lnSpc>
          <a:spcPct val="100000"/>
        </a:lnSpc>
        <a:spcBef>
          <a:spcPct val="590000"/>
        </a:spcBef>
        <a:spcAft>
          <a:spcPts val="0"/>
        </a:spcAft>
        <a:buClrTx/>
        <a:buSzPct val="75000"/>
        <a:buFontTx/>
        <a:buChar char="•"/>
        <a:defRPr sz="25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7pPr>
      <a:lvl8pPr marL="1864360" marR="0" indent="-309245" algn="l" defTabSz="410845" rtl="0" latinLnBrk="0">
        <a:lnSpc>
          <a:spcPct val="100000"/>
        </a:lnSpc>
        <a:spcBef>
          <a:spcPct val="590000"/>
        </a:spcBef>
        <a:spcAft>
          <a:spcPts val="0"/>
        </a:spcAft>
        <a:buClrTx/>
        <a:buSzPct val="75000"/>
        <a:buFontTx/>
        <a:buChar char="•"/>
        <a:defRPr sz="25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8pPr>
      <a:lvl9pPr marL="2086610" marR="0" indent="-309245" algn="l" defTabSz="410845" rtl="0" latinLnBrk="0">
        <a:lnSpc>
          <a:spcPct val="100000"/>
        </a:lnSpc>
        <a:spcBef>
          <a:spcPct val="590000"/>
        </a:spcBef>
        <a:spcAft>
          <a:spcPts val="0"/>
        </a:spcAft>
        <a:buClrTx/>
        <a:buSzPct val="75000"/>
        <a:buFontTx/>
        <a:buChar char="•"/>
        <a:defRPr sz="25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9pPr>
    </p:bodyStyle>
    <p:otherStyle>
      <a:lvl1pPr marL="0" marR="0" indent="0" algn="r" defTabSz="410845" rtl="0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0" algn="r" defTabSz="410845" rtl="0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0" algn="r" defTabSz="410845" rtl="0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0" algn="r" defTabSz="410845" rtl="0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0" algn="r" defTabSz="410845" rtl="0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0" algn="r" defTabSz="410845" rtl="0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0" algn="r" defTabSz="410845" rtl="0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0" algn="r" defTabSz="410845" rtl="0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0" algn="r" defTabSz="410845" rtl="0" latinLnBrk="0">
        <a:lnSpc>
          <a:spcPct val="100000"/>
        </a:lnSpc>
        <a:spcBef>
          <a:spcPct val="0"/>
        </a:spcBef>
        <a:spcAft>
          <a:spcPts val="0"/>
        </a:spcAft>
        <a:buClrTx/>
        <a:buSzTx/>
        <a:buFontTx/>
        <a:buNone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535BB-14FC-4CCE-A8DB-8CC25B842F1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B65CB-6F0A-4E6C-9D45-A66741D38A8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.xml"/><Relationship Id="rId1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074" name="图片 2" descr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587" y="0"/>
            <a:ext cx="12244387" cy="6911975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3075" name="文本框 2"/>
          <p:cNvSpPr txBox="1"/>
          <p:nvPr/>
        </p:nvSpPr>
        <p:spPr>
          <a:xfrm>
            <a:off x="830263" y="2779554"/>
            <a:ext cx="5705475" cy="1160780"/>
          </a:xfrm>
          <a:prstGeom prst="rect">
            <a:avLst/>
          </a:prstGeom>
          <a:noFill/>
          <a:ln w="12700">
            <a:noFill/>
          </a:ln>
        </p:spPr>
        <p:txBody>
          <a:bodyPr lIns="26788" tIns="26788" rIns="26788" bIns="26788" anchor="ctr" anchorCtr="0">
            <a:spAutoFit/>
          </a:bodyPr>
          <a:p>
            <a:pPr algn="dist" defTabSz="821055" eaLnBrk="1"/>
            <a:r>
              <a:rPr lang="zh-CN" altLang="en-US" sz="2800" dirty="0">
                <a:solidFill>
                  <a:srgbClr val="404040"/>
                </a:solidFill>
                <a:latin typeface="微软雅黑" panose="020B0503020204020204" charset="-122"/>
                <a:sym typeface="微软雅黑" panose="020B0503020204020204" charset="-122"/>
              </a:rPr>
              <a:t>标题标题标题</a:t>
            </a:r>
            <a:br>
              <a:rPr lang="zh-CN" altLang="en-US" sz="3600" b="1" dirty="0">
                <a:latin typeface="微软雅黑" panose="020B0503020204020204" charset="-122"/>
                <a:sym typeface="微软雅黑" panose="020B0503020204020204" charset="-122"/>
              </a:rPr>
            </a:br>
            <a:r>
              <a:rPr lang="zh-CN" altLang="en-US" sz="4400" b="1" dirty="0">
                <a:latin typeface="微软雅黑" panose="020B0503020204020204" charset="-122"/>
                <a:sym typeface="微软雅黑" panose="020B0503020204020204" charset="-122"/>
              </a:rPr>
              <a:t>标题标题标题</a:t>
            </a:r>
            <a:r>
              <a:rPr lang="zh-CN" altLang="en-US" sz="4400" b="1" dirty="0">
                <a:latin typeface="微软雅黑" panose="020B0503020204020204" charset="-122"/>
                <a:sym typeface="微软雅黑" panose="020B0503020204020204" charset="-122"/>
              </a:rPr>
              <a:t>标题</a:t>
            </a:r>
            <a:endParaRPr lang="zh-CN" altLang="en-US" sz="4400" b="1" dirty="0">
              <a:latin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30263" y="4409758"/>
            <a:ext cx="4152900" cy="7880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>
            <a:srgbClr val="000000"/>
          </a:fontRef>
        </p:style>
        <p:txBody>
          <a:bodyPr lIns="71436" tIns="71436" rIns="71436" bIns="71436" spcCol="38100" anchor="ctr">
            <a:spAutoFit/>
          </a:bodyPr>
          <a:lstStyle/>
          <a:p>
            <a:pPr marL="0" marR="0" lvl="0" indent="0" algn="l" defTabSz="821055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汇报人：映盛中国</a:t>
            </a:r>
            <a:b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</a:br>
            <a:r>
              <a:rPr kumimoji="0" lang="en-US" altLang="zh-CN" sz="1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2026</a:t>
            </a:r>
            <a:r>
              <a:rPr kumimoji="0" lang="zh-CN" altLang="en-US" sz="1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年</a:t>
            </a:r>
            <a:r>
              <a:rPr kumimoji="0" lang="en-US" altLang="zh-CN" sz="1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</a:t>
            </a:r>
            <a:r>
              <a:rPr kumimoji="0" lang="zh-CN" altLang="en-US" sz="14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月</a:t>
            </a:r>
            <a:endParaRPr kumimoji="0" lang="zh-CN" altLang="en-US" sz="1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76375" y="0"/>
            <a:ext cx="2730500" cy="6769100"/>
          </a:xfrm>
          <a:prstGeom prst="rect">
            <a:avLst/>
          </a:prstGeom>
          <a:solidFill>
            <a:schemeClr val="bg1">
              <a:lumMod val="9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kumimoji="1" lang="zh-CN" altLang="en-US">
              <a:solidFill>
                <a:prstClr val="white"/>
              </a:solidFill>
              <a:ea typeface="微软雅黑" panose="020B050302020402020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752505" y="2112864"/>
            <a:ext cx="2225358" cy="1940602"/>
            <a:chOff x="1438180" y="2112864"/>
            <a:chExt cx="2225358" cy="1940602"/>
          </a:xfrm>
        </p:grpSpPr>
        <p:sp>
          <p:nvSpPr>
            <p:cNvPr id="4" name="文本框 3"/>
            <p:cNvSpPr txBox="1"/>
            <p:nvPr/>
          </p:nvSpPr>
          <p:spPr>
            <a:xfrm>
              <a:off x="1438180" y="2112864"/>
              <a:ext cx="222535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>
                <a:defRPr/>
              </a:pPr>
              <a:r>
                <a:rPr kumimoji="1" lang="zh-CN" altLang="en-US" sz="72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目录</a:t>
              </a:r>
              <a:endParaRPr kumimoji="1" lang="zh-CN" altLang="en-US" sz="7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5" name="直线连接符 7"/>
            <p:cNvCxnSpPr/>
            <p:nvPr/>
          </p:nvCxnSpPr>
          <p:spPr>
            <a:xfrm>
              <a:off x="1617409" y="3415805"/>
              <a:ext cx="186690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文本框 5"/>
            <p:cNvSpPr txBox="1"/>
            <p:nvPr/>
          </p:nvSpPr>
          <p:spPr>
            <a:xfrm>
              <a:off x="1465455" y="3530246"/>
              <a:ext cx="217080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>
                <a:defRPr/>
              </a:pPr>
              <a:r>
                <a:rPr kumimoji="1" lang="en-US" altLang="zh-CN" sz="2800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charset="-122"/>
                  <a:ea typeface="微软雅黑" panose="020B0503020204020204" charset="-122"/>
                </a:rPr>
                <a:t>CONTENTS</a:t>
              </a:r>
              <a:endParaRPr kumimoji="1" lang="en-US" altLang="zh-CN" sz="28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" name="文本框 3"/>
          <p:cNvSpPr txBox="1"/>
          <p:nvPr/>
        </p:nvSpPr>
        <p:spPr>
          <a:xfrm>
            <a:off x="5084444" y="2302409"/>
            <a:ext cx="5748655" cy="645160"/>
          </a:xfrm>
          <a:prstGeom prst="rect">
            <a:avLst/>
          </a:prstGeom>
          <a:ln w="12700">
            <a:miter lim="400000"/>
          </a:ln>
        </p:spPr>
        <p:txBody>
          <a:bodyPr wrap="square" lIns="17144" rIns="17144" anchor="ctr">
            <a:spAutoFit/>
          </a:bodyPr>
          <a:lstStyle/>
          <a:p>
            <a:pPr defTabSz="821055" hangingPunct="0">
              <a:lnSpc>
                <a:spcPct val="100000"/>
              </a:lnSpc>
              <a:defRPr sz="3000">
                <a:solidFill>
                  <a:srgbClr val="58606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lang="zh-CN" altLang="en-US" sz="36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一、××</a:t>
            </a:r>
            <a:r>
              <a:rPr lang="zh-CN" altLang="en-US" sz="3600" b="1" kern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×</a:t>
            </a:r>
            <a:endParaRPr lang="zh-CN" altLang="en-US" sz="3600" b="1" kern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084444" y="3095411"/>
            <a:ext cx="5748655" cy="583565"/>
          </a:xfrm>
          <a:prstGeom prst="rect">
            <a:avLst/>
          </a:prstGeom>
          <a:ln w="12700">
            <a:miter lim="400000"/>
          </a:ln>
        </p:spPr>
        <p:txBody>
          <a:bodyPr wrap="square" lIns="17144" rIns="17144" anchor="ctr">
            <a:spAutoFit/>
          </a:bodyPr>
          <a:lstStyle/>
          <a:p>
            <a:pPr defTabSz="821055" hangingPunct="0">
              <a:lnSpc>
                <a:spcPct val="100000"/>
              </a:lnSpc>
              <a:defRPr sz="3000">
                <a:solidFill>
                  <a:srgbClr val="58606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lang="zh-CN" altLang="en-US" sz="3200" b="1" kern="0" dirty="0">
                <a:solidFill>
                  <a:srgbClr val="FFFFFF">
                    <a:lumMod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二、××</a:t>
            </a:r>
            <a:r>
              <a:rPr lang="zh-CN" altLang="en-US" sz="3200" b="1" kern="0" dirty="0">
                <a:solidFill>
                  <a:srgbClr val="FFFFFF">
                    <a:lumMod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×</a:t>
            </a:r>
            <a:endParaRPr lang="zh-CN" altLang="en-US" sz="3200" b="1" kern="0" dirty="0">
              <a:solidFill>
                <a:srgbClr val="FFFFFF">
                  <a:lumMod val="8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084444" y="3857411"/>
            <a:ext cx="5748655" cy="583565"/>
          </a:xfrm>
          <a:prstGeom prst="rect">
            <a:avLst/>
          </a:prstGeom>
          <a:ln w="12700">
            <a:miter lim="400000"/>
          </a:ln>
        </p:spPr>
        <p:txBody>
          <a:bodyPr wrap="square" lIns="17144" rIns="17144" anchor="ctr">
            <a:spAutoFit/>
          </a:bodyPr>
          <a:p>
            <a:pPr defTabSz="821055" hangingPunct="0">
              <a:lnSpc>
                <a:spcPct val="100000"/>
              </a:lnSpc>
              <a:defRPr sz="3000">
                <a:solidFill>
                  <a:srgbClr val="586061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pPr>
            <a:r>
              <a:rPr lang="zh-CN" altLang="en-US" sz="3200" b="1" kern="0" dirty="0">
                <a:solidFill>
                  <a:srgbClr val="FFFFFF">
                    <a:lumMod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三、××</a:t>
            </a:r>
            <a:r>
              <a:rPr lang="zh-CN" altLang="en-US" sz="3200" b="1" kern="0" dirty="0">
                <a:solidFill>
                  <a:srgbClr val="FFFFFF">
                    <a:lumMod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 Light" panose="020B0502040204020203" charset="-122"/>
              </a:rPr>
              <a:t>×</a:t>
            </a:r>
            <a:endParaRPr lang="zh-CN" altLang="en-US" sz="3200" b="1" kern="0" dirty="0">
              <a:solidFill>
                <a:srgbClr val="FFFFFF">
                  <a:lumMod val="85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 Light" panose="020B0502040204020203" charset="-122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文本框 18"/>
          <p:cNvSpPr txBox="1"/>
          <p:nvPr>
            <p:custDataLst>
              <p:tags r:id="rId1"/>
            </p:custDataLst>
          </p:nvPr>
        </p:nvSpPr>
        <p:spPr>
          <a:xfrm>
            <a:off x="1497013" y="192088"/>
            <a:ext cx="208915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sym typeface="微软雅黑" panose="020B0503020204020204" charset="-122"/>
              </a:rPr>
              <a:t>××</a:t>
            </a:r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sym typeface="微软雅黑" panose="020B0503020204020204" charset="-122"/>
              </a:rPr>
              <a:t>×</a:t>
            </a:r>
            <a:endParaRPr lang="zh-CN" altLang="en-US" b="1" dirty="0">
              <a:solidFill>
                <a:srgbClr val="C00000"/>
              </a:solidFill>
              <a:latin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/Users/tangyuhang/Downloads/设计文件/品关项目/比亚迪标志优化/VI手册/品牌主张/资源 4.png资源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465649" y="2926741"/>
            <a:ext cx="5260066" cy="100515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84D4D"/>
      </a:accent1>
      <a:accent2>
        <a:srgbClr val="FF6B42"/>
      </a:accent2>
      <a:accent3>
        <a:srgbClr val="5BA3EB"/>
      </a:accent3>
      <a:accent4>
        <a:srgbClr val="06BB9A"/>
      </a:accent4>
      <a:accent5>
        <a:srgbClr val="8E7EF0"/>
      </a:accent5>
      <a:accent6>
        <a:srgbClr val="F4B919"/>
      </a:accent6>
      <a:hlink>
        <a:srgbClr val="0000FF"/>
      </a:hlink>
      <a:folHlink>
        <a:srgbClr val="FF00F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508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71436" tIns="71436" rIns="71436" bIns="71436" numCol="1" spcCol="38100" rtlCol="0" anchor="ctr">
        <a:spAutoFit/>
      </a:bodyPr>
      <a:lstStyle>
        <a:defPPr marL="0" marR="0" indent="0" algn="ctr" defTabSz="82105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508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71436" tIns="71436" rIns="71436" bIns="71436" numCol="1" spcCol="38100" rtlCol="0" anchor="ctr">
        <a:spAutoFit/>
      </a:bodyPr>
      <a:lstStyle>
        <a:defPPr marL="0" marR="0" indent="0" algn="ctr" defTabSz="82105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White">
    <a:dk1>
      <a:srgbClr val="000000"/>
    </a:dk1>
    <a:lt1>
      <a:srgbClr val="FFFFFF"/>
    </a:lt1>
    <a:dk2>
      <a:srgbClr val="A7A7A7"/>
    </a:dk2>
    <a:lt2>
      <a:srgbClr val="535353"/>
    </a:lt2>
    <a:accent1>
      <a:srgbClr val="F84D4D"/>
    </a:accent1>
    <a:accent2>
      <a:srgbClr val="FF6B42"/>
    </a:accent2>
    <a:accent3>
      <a:srgbClr val="5BA3EB"/>
    </a:accent3>
    <a:accent4>
      <a:srgbClr val="06BB9A"/>
    </a:accent4>
    <a:accent5>
      <a:srgbClr val="8E7EF0"/>
    </a:accent5>
    <a:accent6>
      <a:srgbClr val="F4B919"/>
    </a:accent6>
    <a:hlink>
      <a:srgbClr val="0000FF"/>
    </a:hlink>
    <a:folHlink>
      <a:srgbClr val="FF00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</Words>
  <Application>WPS 演示</Application>
  <PresentationFormat>宽屏</PresentationFormat>
  <Paragraphs>16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Helvetica Light</vt:lpstr>
      <vt:lpstr>微软雅黑</vt:lpstr>
      <vt:lpstr>微软雅黑 Light</vt:lpstr>
      <vt:lpstr>Arial Unicode MS</vt:lpstr>
      <vt:lpstr>Calibri</vt:lpstr>
      <vt:lpstr>White</vt:lpstr>
      <vt:lpstr>Office 主题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WPS_562553944</cp:lastModifiedBy>
  <cp:revision>158</cp:revision>
  <dcterms:created xsi:type="dcterms:W3CDTF">2019-06-19T02:08:00Z</dcterms:created>
  <dcterms:modified xsi:type="dcterms:W3CDTF">2026-04-30T07:54:46Z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473C53D9954E46BBA8B0D9AAF2997452_13</vt:lpwstr>
  </property>
</Properties>
</file>