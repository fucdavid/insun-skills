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1496292" y="191389"/>
            <a:ext cx="209005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背景</a:t>
            </a:r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洞察</a:t>
            </a:r>
            <a:endParaRPr lang="zh-CN" altLang="en-US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371475" y="776605"/>
            <a:ext cx="11490325" cy="565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核心优势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秦L即将加推新款，搭载最新技术、越级配置于一身，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将对同价位竞品形成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价值压制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" name="组合 10"/>
          <p:cNvGrpSpPr/>
          <p:nvPr/>
        </p:nvGrpSpPr>
        <p:spPr>
          <a:xfrm>
            <a:off x="371475" y="1492885"/>
            <a:ext cx="11489690" cy="565150"/>
          </a:xfrm>
        </p:spPr>
        <p:grpSpPr>
          <a:xfrm>
            <a:off x="371475" y="1492885"/>
            <a:ext cx="11489690" cy="565150"/>
            <a:chOff x="585" y="2351"/>
            <a:chExt cx="18414" cy="890"/>
          </a:xfrm>
        </p:grpSpPr>
        <p:sp>
          <p:nvSpPr>
            <p:cNvPr id="3" name="矩形 2"/>
            <p:cNvSpPr/>
            <p:nvPr/>
          </p:nvSpPr>
          <p:spPr>
            <a:xfrm>
              <a:off x="585" y="2351"/>
              <a:ext cx="6005" cy="8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技术普惠，底盘越级</a:t>
              </a:r>
              <a:endPara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6790" y="2351"/>
              <a:ext cx="6005" cy="8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续航破局，告别焦虑</a:t>
              </a:r>
              <a:endPara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2995" y="2351"/>
              <a:ext cx="6005" cy="8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安全标杆，全维守护</a:t>
              </a:r>
              <a:endPara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2" name="矩形 31"/>
          <p:cNvSpPr/>
          <p:nvPr/>
        </p:nvSpPr>
        <p:spPr>
          <a:xfrm>
            <a:off x="351155" y="2209165"/>
            <a:ext cx="3746500" cy="5245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重新定义</a:t>
            </a:r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级轿车驾乘质感</a:t>
            </a:r>
            <a:endParaRPr lang="zh-CN" altLang="en-US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46880" y="2209165"/>
            <a:ext cx="3743960" cy="5245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实现</a:t>
            </a:r>
            <a:r>
              <a:rPr lang="en-US" altLang="zh-CN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用电自由</a:t>
            </a:r>
            <a:r>
              <a:rPr lang="en-US" altLang="zh-CN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，极大降低使用成本</a:t>
            </a:r>
            <a:endParaRPr lang="zh-CN" altLang="en-US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094345" y="2209165"/>
            <a:ext cx="3746500" cy="5245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构建</a:t>
            </a:r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主动</a:t>
            </a:r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被动”</a:t>
            </a:r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的全方位安全壁垒</a:t>
            </a:r>
            <a:endParaRPr lang="zh-CN" altLang="en-US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71475" y="5908675"/>
            <a:ext cx="3746500" cy="5219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云辇-C底盘下放，实现每秒500次扫描的智能滤震</a:t>
            </a:r>
            <a:b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带来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同级“舒适性碾压式”体验</a:t>
            </a: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243070" y="5908675"/>
            <a:ext cx="3746500" cy="5219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p>
            <a:pPr marL="0" algn="ctr">
              <a:buClrTx/>
              <a:buSzTx/>
              <a:buFontTx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电池容量升级至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20.79kWh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130km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纯电续航</a:t>
            </a:r>
            <a:b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真正覆盖90%以上的城市日常通勤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093710" y="5908675"/>
            <a:ext cx="3746500" cy="5219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p>
            <a:pPr marL="0" algn="ctr">
              <a:buClrTx/>
              <a:buSzTx/>
              <a:buFontTx/>
            </a:pPr>
            <a:r>
              <a:rPr lang="zh-CN" altLang="en-US" sz="12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全系标配DiPilot智能驾驶辅助与6安全气囊</a:t>
            </a:r>
            <a:br>
              <a:rPr lang="zh-CN" altLang="en-US" sz="12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打造同级安全标杆</a:t>
            </a: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rcRect l="2590" r="28622"/>
          <a:stretch>
            <a:fillRect/>
          </a:stretch>
        </p:blipFill>
        <p:spPr>
          <a:xfrm>
            <a:off x="351155" y="2733675"/>
            <a:ext cx="3726815" cy="314071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/>
          <a:srcRect l="12621" t="-764" r="15777" b="764"/>
          <a:stretch>
            <a:fillRect/>
          </a:stretch>
        </p:blipFill>
        <p:spPr>
          <a:xfrm>
            <a:off x="4246880" y="2707005"/>
            <a:ext cx="3746500" cy="315658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rcRect t="-16408" b="16408"/>
          <a:stretch>
            <a:fillRect/>
          </a:stretch>
        </p:blipFill>
        <p:spPr>
          <a:xfrm>
            <a:off x="8114665" y="4090035"/>
            <a:ext cx="3727450" cy="1799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r="29711" b="12336"/>
          <a:stretch>
            <a:fillRect/>
          </a:stretch>
        </p:blipFill>
        <p:spPr>
          <a:xfrm>
            <a:off x="8093710" y="2733675"/>
            <a:ext cx="3755390" cy="16516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