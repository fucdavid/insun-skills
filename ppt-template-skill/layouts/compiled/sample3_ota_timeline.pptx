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6" r:id="rId3"/>
  </p:sldMasterIdLst>
  <p:notesMasterIdLst>
    <p:notesMasterId r:id="rId7"/>
  </p:notesMasterIdLst>
  <p:handoutMasterIdLst>
    <p:handoutMasterId r:id="rId9"/>
  </p:handoutMasterIdLst>
  <p:sldIdLst>
    <p:sldId id="16776033" r:id="rId5"/>
  </p:sldIdLst>
  <p:sldSz cx="12192000" cy="6858000"/>
  <p:notesSz cx="6858000" cy="9144000"/>
  <p:custDataLst>
    <p:tags r:id="rId14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0" userDrawn="1">
          <p15:clr>
            <a:srgbClr val="A4A3A4"/>
          </p15:clr>
        </p15:guide>
        <p15:guide id="2" pos="3792" userDrawn="1">
          <p15:clr>
            <a:srgbClr val="A4A3A4"/>
          </p15:clr>
        </p15:guide>
        <p15:guide id="3" orient="horz" pos="76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xueyi" initials="c" lastIdx="0" clrIdx="0"/>
  <p:cmAuthor id="2" name="Administrator" initials="A" lastIdx="0" clrIdx="1"/>
  <p:cmAuthor id="3" name="cqca63748" initials="c" lastIdx="0" clrIdx="2"/>
  <p:cmAuthor id="4" name="yangyanxia" initials="y" lastIdx="0" clrIdx="3"/>
  <p:cmAuthor id="5" name="61846" initials="6" lastIdx="0" clrIdx="4"/>
  <p:cmAuthor id="6" name="邓 盘柱" initials="邓" lastIdx="0" clrIdx="5"/>
  <p:cmAuthor id="7" name="Zuo,Ye" initials="Z" lastIdx="0" clrIdx="6"/>
  <p:cmAuthor id="8" name="刘春辉" initials="刘" lastIdx="0" clrIdx="7"/>
  <p:cmAuthor id="9" name="123" initials="1" lastIdx="0" clrIdx="8"/>
  <p:cmAuthor id="10" name="亮亮 王" initials="亮" lastIdx="0" clrIdx="9"/>
  <p:cmAuthor id="11" name="44641" initials="4" lastIdx="0" clrIdx="10"/>
  <p:cmAuthor id="12" name="赵兰玉" initials="赵" lastIdx="0" clrIdx="11"/>
  <p:cmAuthor id="13" name="夏敏" initials="夏" lastIdx="0" clrIdx="12"/>
  <p:cmAuthor id="14" name="陈威(东风汽车集团股份有限公司办公室总务分部)" initials="陈" lastIdx="0" clrIdx="13"/>
  <p:cmAuthor id="15" name="李宏益" initials="李" lastIdx="0" clrIdx="14"/>
  <p:cmAuthor id="16" name="杜娇龙" initials="杜" lastIdx="0" clrIdx="15"/>
  <p:cmAuthor id="17" name="李 刚" initials="" lastIdx="0" clrIdx="16"/>
  <p:cmAuthor id="18" name="洪鸣" initials="洪" lastIdx="0" clrIdx="17"/>
  <p:cmAuthor id="19" name="李 彤彤" initials="" lastIdx="0" clrIdx="18"/>
  <p:cmAuthor id="20" name="Qingyunli" initials="Q" lastIdx="0" clrIdx="19"/>
  <p:cmAuthor id="21" name="Microsoft" initials="" lastIdx="0" clrIdx="20"/>
  <p:cmAuthor id="22" name="mazifeng@dripcar.net" initials="m" lastIdx="0" clrIdx="21"/>
  <p:cmAuthor id="23" name="Katherine Zimoulis" initials="" lastIdx="0" clrIdx="22"/>
  <p:cmAuthor id="24" name="王向羽" initials="王" lastIdx="0" clrIdx="23"/>
  <p:cmAuthor id="25" name="qiyu" initials="q" lastIdx="0" clrIdx="24"/>
  <p:cmAuthor id="26" name="EDZ" initials="E" lastIdx="0" clrIdx="25"/>
  <p:cmAuthor id="27" name="运营" initials="运" lastIdx="0" clrIdx="26"/>
  <p:cmAuthor id="28" name="吴军" initials="吴" lastIdx="0" clrIdx="27"/>
  <p:cmAuthor id="29" name="盛纵运营小组" initials="Office [32]" lastIdx="0" clrIdx="28"/>
  <p:cmAuthor id="30" name="1206988966@qq.com" initials="1" lastIdx="0" clrIdx="29"/>
  <p:cmAuthor id="31" name="番茄花园" initials="番" lastIdx="0" clrIdx="30"/>
  <p:cmAuthor id="32" name="姜伟光" initials="姜" lastIdx="0" clrIdx="31"/>
  <p:cmAuthor id="33" name="evil" initials="e" lastIdx="0" clrIdx="32"/>
  <p:cmAuthor id="34" name=" " initials=" " lastIdx="0" clrIdx="33"/>
  <p:cmAuthor id="35" name="dell" initials="d" lastIdx="0" clrIdx="34"/>
  <p:cmAuthor id="36" name="Apollo-Family" initials="A" lastIdx="0" clrIdx="35"/>
  <p:cmAuthor id="37" name="叶得会" initials="叶" lastIdx="0" clrIdx="36"/>
  <p:cmAuthor id="38" name="likehan" initials="l" lastIdx="0" clrIdx="37"/>
  <p:cmAuthor id="39" name="asus" initials="a" lastIdx="0" clrIdx="38"/>
  <p:cmAuthor id="40" name="未知用户2" initials="未" lastIdx="0" clrIdx="39"/>
  <p:cmAuthor id="41" name="Beta" initials="B" lastIdx="0" clrIdx="40"/>
  <p:cmAuthor id="42" name="未知用户9" initials="未" lastIdx="0" clrIdx="41"/>
  <p:cmAuthor id="43" name="hebing" initials="h" lastIdx="0" clrIdx="42"/>
  <p:cmAuthor id="44" name="USER" initials="U" lastIdx="0" clrIdx="43"/>
  <p:cmAuthor id="45" name="yefei" initials="y" lastIdx="0" clrIdx="44"/>
  <p:cmAuthor id="46" name="未知用户17" initials="未" lastIdx="0" clrIdx="45"/>
  <p:cmAuthor id="47" name="tudoudou" initials="t" lastIdx="0" clrIdx="46"/>
  <p:cmAuthor id="48" name="未知用户18" initials="未" lastIdx="0" clrIdx="47"/>
  <p:cmAuthor id="49" name="未知用户20" initials="未" lastIdx="0" clrIdx="48"/>
  <p:cmAuthor id="50" name="周頔" initials="周" lastIdx="0" clrIdx="49"/>
  <p:cmAuthor id="51" name="未知用户19" initials="未" lastIdx="0" clrIdx="50"/>
  <p:cmAuthor id="52" name="rou" initials="r" lastIdx="0" clrIdx="51"/>
  <p:cmAuthor id="53" name="Lzy" initials="L" lastIdx="0" clrIdx="52"/>
  <p:cmAuthor id="54" name="陈尚文" initials="陈" lastIdx="0" clrIdx="53"/>
  <p:cmAuthor id="55" name="张宏伟" initials="张" lastIdx="0" clrIdx="54"/>
  <p:cmAuthor id="56" name="张 开阔" initials="张" lastIdx="0" clrIdx="55"/>
  <p:cmAuthor id="57" name="刘彤彤" initials="刘" lastIdx="0" clrIdx="56"/>
  <p:cmAuthor id="58" name="admin" initials="a" lastIdx="0" clrIdx="57"/>
  <p:cmAuthor id="59" name="334857932@qq.com" initials="3" lastIdx="0" clrIdx="58"/>
  <p:cmAuthor id="60" name="KC" initials="K" lastIdx="0" clrIdx="59"/>
  <p:cmAuthor id="61" name="Hanna" initials="H" lastIdx="0" clrIdx="60"/>
  <p:cmAuthor id="62" name="DFPV" initials="D" lastIdx="0" clrIdx="61"/>
  <p:cmAuthor id="63" name="Yu.hang.AU" initials="Y" lastIdx="0" clrIdx="62"/>
  <p:cmAuthor id="64" name="Tangzj" initials="T" lastIdx="0" clrIdx="63"/>
  <p:cmAuthor id="65" name="宋少霞" initials="宋" lastIdx="0" clrIdx="64"/>
  <p:cmAuthor id="66" name="二喵麻麻" initials="二" lastIdx="0" clrIdx="65"/>
  <p:cmAuthor id="67" name="张 爱桢" initials="张" lastIdx="0" clrIdx="66"/>
  <p:cmAuthor id="68" name="运 赵" initials="运" lastIdx="0" clrIdx="67"/>
  <p:cmAuthor id="69" name="54688" initials="5" lastIdx="0" clrIdx="68"/>
  <p:cmAuthor id="70" name="ali maher" initials="a" lastIdx="0" clrIdx="69"/>
  <p:cmAuthor id="71" name="EDY" initials="E" lastIdx="0" clrIdx="70"/>
  <p:cmAuthor id="72" name="byd" initials="b" lastIdx="0" clrIdx="71"/>
  <p:cmAuthor id="73" name="别 枋柏" initials="别" lastIdx="0" clrIdx="72"/>
  <p:cmAuthor id="74" name="李创泽_Jf2uyAj6" initials="李" lastIdx="0" clrIdx="73"/>
  <p:cmAuthor id="75" name="骆倩怡_Znauj26B" initials="骆" lastIdx="0" clrIdx="74"/>
  <p:cmAuthor id="76" name="超级塞亚人" initials="超" lastIdx="0" clrIdx="75"/>
  <p:cmAuthor id="77" name="未知用户4" initials="未" lastIdx="0" clrIdx="76"/>
  <p:cmAuthor id="78" name="惠 志行" initials="惠" lastIdx="0" clrIdx="77"/>
  <p:cmAuthor id="79" name="未知用户6" initials="未" lastIdx="0" clrIdx="78"/>
  <p:cmAuthor id="80" name="未知用户7" initials="未" lastIdx="0" clrIdx="79"/>
  <p:cmAuthor id="81" name="未知用户8" initials="未" lastIdx="0" clrIdx="80"/>
  <p:cmAuthor id="82" name="王 晓鹏" initials="王" lastIdx="0" clrIdx="81"/>
  <p:cmAuthor id="83" name="visconti ." initials="v" lastIdx="0" clrIdx="82"/>
  <p:cmAuthor id="84" name="千千美少女" initials="千" lastIdx="0" clrIdx="83"/>
  <p:cmAuthor id="85" name="荣耀" initials="荣" lastIdx="0" clrIdx="84"/>
  <p:cmAuthor id="86" name="姜贝" initials="姜" lastIdx="0" clrIdx="85"/>
  <p:cmAuthor id="87" name="QSW" initials="Q" lastIdx="0" clrIdx="86"/>
  <p:cmAuthor id="88" name="mac" initials="m" lastIdx="0" clrIdx="87"/>
  <p:cmAuthor id="89" name="ZhangYu" initials="Z" lastIdx="0" clrIdx="88"/>
  <p:cmAuthor id="90" name="jing.xue" initials="j" lastIdx="0" clrIdx="89"/>
  <p:cmAuthor id="91" name="86136" initials="8" lastIdx="0" clrIdx="90"/>
  <p:cmAuthor id="92" name="何慧丽" initials="何" lastIdx="0" clrIdx="91"/>
  <p:cmAuthor id="93" name="feng wei" initials="f" lastIdx="0" clrIdx="92"/>
  <p:cmAuthor id="94" name="刘思蜀" initials="刘" lastIdx="0" clrIdx="93"/>
  <p:cmAuthor id="95" name="tkqd" initials="t" lastIdx="0" clrIdx="94"/>
  <p:cmAuthor id="96" name="张祺" initials="张" lastIdx="0" clrIdx="95"/>
  <p:cmAuthor id="97" name="黄玲倩" initials="黄" lastIdx="0" clrIdx="96"/>
  <p:cmAuthor id="98" name="御剑临风" initials="御" lastIdx="0" clrIdx="97"/>
  <p:cmAuthor id="99" name="Bonan Qi" initials="B" lastIdx="0" clrIdx="98"/>
  <p:cmAuthor id="100" name="yaoxiaojun" initials="y" lastIdx="0" clrIdx="99"/>
  <p:cmAuthor id="101" name="zhenwb" initials="z" lastIdx="0" clrIdx="100"/>
  <p:cmAuthor id="102" name="wangcz2" initials="w" lastIdx="0" clrIdx="101"/>
  <p:cmAuthor id="103" name="Power" initials="P" lastIdx="0" clrIdx="102"/>
  <p:cmAuthor id="104" name="tianan" initials="t" lastIdx="0" clrIdx="103"/>
  <p:cmAuthor id="105" name="小玖" initials="小" lastIdx="0" clrIdx="104"/>
  <p:cmAuthor id="106" name="吕震" initials="吕" lastIdx="0" clrIdx="105"/>
  <p:cmAuthor id="107" name="郝崇" initials="郝" lastIdx="0" clrIdx="106"/>
  <p:cmAuthor id="108" name="G6agH0aZng" initials="G" lastIdx="0" clrIdx="107"/>
  <p:cmAuthor id="109" name="未知用户21" initials="未" lastIdx="0" clrIdx="108"/>
  <p:cmAuthor id="110" name="jxgy15" initials="j" lastIdx="0" clrIdx="109"/>
  <p:cmAuthor id="111" name="朱粒" initials="朱" lastIdx="0" clrIdx="110"/>
  <p:cmAuthor id="112" name="张杰" initials="张" lastIdx="0" clrIdx="111"/>
  <p:cmAuthor id="113" name="H1900" initials="H" lastIdx="0" clrIdx="112"/>
  <p:cmAuthor id="114" name="王航" initials="王" lastIdx="0" clrIdx="113"/>
  <p:cmAuthor id="115" name="退堂鼓专业表演艺术家" initials="退" lastIdx="0" clrIdx="114"/>
  <p:cmAuthor id="116" name="回校" initials="回" lastIdx="0" clrIdx="115"/>
  <p:cmAuthor id="117" name="作者" initials="作" lastIdx="0" clrIdx="116"/>
  <p:cmAuthor id="118" name="张 上明珠" initials="张" lastIdx="0" clrIdx="117"/>
  <p:cmAuthor id="119" name="安晓敏" initials="安" lastIdx="0" clrIdx="118"/>
  <p:cmAuthor id="120" name="一中 孙" initials="一" lastIdx="0" clrIdx="119"/>
  <p:cmAuthor id="121" name="Sonmus" initials="S" lastIdx="0" clrIdx="120"/>
  <p:cmAuthor id="122" name="谢玲" initials="谢" lastIdx="0" clrIdx="121"/>
  <p:cmAuthor id="123" name="婷 张" initials="婷" lastIdx="0" clrIdx="122"/>
  <p:cmAuthor id="124" name="夏钰璋(智能软件中心)" initials="夏" lastIdx="0" clrIdx="123"/>
  <p:cmAuthor id="125" name="yangdi" initials="y" lastIdx="0" clrIdx="124"/>
  <p:cmAuthor id="126" name="85343" initials="8" lastIdx="0" clrIdx="125"/>
  <p:cmAuthor id="127" name="未知用户28" initials="未" lastIdx="0" clrIdx="126"/>
  <p:cmAuthor id="128" name="未知用户29" initials="未" lastIdx="0" clrIdx="127"/>
  <p:cmAuthor id="129" name="吴晓梅" initials="吴" lastIdx="0" clrIdx="128"/>
  <p:cmAuthor id="130" name="yangkun" initials="y" lastIdx="0" clrIdx="129"/>
  <p:cmAuthor id="131" name="Lenovo User" initials="L" lastIdx="0" clrIdx="130"/>
  <p:cmAuthor id="132" name="hys2" initials="h" lastIdx="0" clrIdx="131"/>
  <p:cmAuthor id="133" name="朱绍春" initials="朱" lastIdx="0" clrIdx="132"/>
  <p:cmAuthor id="134" name="邹洋" initials="邹" lastIdx="0" clrIdx="133"/>
  <p:cmAuthor id="135" name="Han Bo" initials="H" lastIdx="0" clrIdx="134"/>
  <p:cmAuthor id="136" name="贡鑫" initials="贡" lastIdx="0" clrIdx="135"/>
  <p:cmAuthor id="137" name="administrator1" initials="a" lastIdx="0" clrIdx="136"/>
  <p:cmAuthor id="138" name="潘德亮" initials="潘" lastIdx="0" clrIdx="137"/>
  <p:cmAuthor id="139" name="杜雪梅" initials="杜" lastIdx="0" clrIdx="138"/>
  <p:cmAuthor id="140" name="仝德志" initials="仝" lastIdx="0" clrIdx="139"/>
  <p:cmAuthor id="141" name="马静" initials="马" lastIdx="0" clrIdx="140"/>
  <p:cmAuthor id="142" name="liying" initials="l" lastIdx="0" clrIdx="141"/>
  <p:cmAuthor id="143" name="张钦" initials="张" lastIdx="0" clrIdx="142"/>
  <p:cmAuthor id="144" name="nine" initials="n" lastIdx="0" clrIdx="143"/>
  <p:cmAuthor id="145" name="涛娜" initials="涛" lastIdx="0" clrIdx="144"/>
  <p:cmAuthor id="146" name="桓蕾" initials="桓" lastIdx="0" clrIdx="145"/>
  <p:cmAuthor id="147" name="李刚" initials="李" lastIdx="0" clrIdx="146"/>
  <p:cmAuthor id="148" name="wang yuxiao" initials="w" lastIdx="0" clrIdx="147"/>
  <p:cmAuthor id="149" name="鲍华明" initials="鲍" lastIdx="0" clrIdx="148"/>
  <p:cmAuthor id="150" name="刘广艳" initials="刘" lastIdx="0" clrIdx="149"/>
  <p:cmAuthor id="151" name="邹积逊" initials="邹" lastIdx="0" clrIdx="150"/>
  <p:cmAuthor id="152" name="Grayzhang" initials="G" lastIdx="0" clrIdx="151"/>
  <p:cmAuthor id="153" name="aaron" initials="a" lastIdx="0" clrIdx="152"/>
  <p:cmAuthor id="154" name="吕志勇" initials="吕" lastIdx="0" clrIdx="153"/>
  <p:cmAuthor id="155" name="驰鹤 曾" initials="驰鹤" lastIdx="0" clrIdx="154"/>
  <p:cmAuthor id="156" name="韩云飞(东风汽车集团股份有限公司经营管理部经营管理中心)" initials="韩云飞(东风汽车集团股份有限公司经营管理部经营管理中心)" lastIdx="0" clrIdx="155"/>
  <p:cmAuthor id="157" name="胡强（东创紫联）" initials="胡强（东创紫联）" lastIdx="0" clrIdx="156"/>
  <p:cmAuthor id="158" name="lmj__0304@163.com" initials="l" lastIdx="0" clrIdx="157"/>
  <p:cmAuthor id="159" name="微软用户" initials="微" lastIdx="0" clrIdx="158"/>
  <p:cmAuthor id="160" name="yifei" initials="y" lastIdx="0" clrIdx="159"/>
  <p:cmAuthor id="161" name="徐徐的贴心小朱丽" initials="徐" lastIdx="0" clrIdx="160"/>
  <p:cmAuthor id="162" name="江 芷咏" initials="江" lastIdx="0" clrIdx="161"/>
  <p:cmAuthor id="163" name="25127" initials="2" lastIdx="0" clrIdx="162"/>
  <p:cmAuthor id="164" name="DNA" initials="D" lastIdx="0" clrIdx="163"/>
  <p:cmAuthor id="165" name="Chris Kun Yu Lin" initials="C" lastIdx="0" clrIdx="164"/>
  <p:cmAuthor id="166" name="ma yan" initials="my" lastIdx="0" clrIdx="165"/>
  <p:cmAuthor id="167" name="hongjing" initials="h" lastIdx="0" clrIdx="166"/>
  <p:cmAuthor id="168" name="hyrx05" initials="h" lastIdx="0" clrIdx="167"/>
  <p:cmAuthor id="169" name="8204688" initials="8" lastIdx="0" clrIdx="168"/>
  <p:cmAuthor id="170" name="61683" initials="6" lastIdx="0" clrIdx="169"/>
  <p:cmAuthor id="171" name="INNPT" initials="I" lastIdx="0" clrIdx="170"/>
  <p:cmAuthor id="172" name="小梦" initials="小" lastIdx="0" clrIdx="171"/>
  <p:cmAuthor id="173" name="huasiting" initials="h" lastIdx="0" clrIdx="172"/>
  <p:cmAuthor id="174" name="张雁" initials="张" lastIdx="0" clrIdx="173"/>
  <p:cmAuthor id="175" name="陈桂枝" initials="陈" lastIdx="0" clrIdx="174"/>
  <p:cmAuthor id="176" name="未知用户12" initials="未" lastIdx="0" clrIdx="175"/>
  <p:cmAuthor id="177" name="Microsoft 帐户" initials="M" lastIdx="0" clrIdx="176"/>
  <p:cmAuthor id="178" name="刘艳龙" initials="刘" lastIdx="0" clrIdx="177"/>
  <p:cmAuthor id="179" name="李威" initials="李" lastIdx="0" clrIdx="178"/>
  <p:cmAuthor id="180" name="李明" initials="李" lastIdx="0" clrIdx="179"/>
  <p:cmAuthor id="181" name="未知用户1" initials="未" lastIdx="0" clrIdx="180"/>
  <p:cmAuthor id="182" name="朱悦龙" initials="朱" lastIdx="0" clrIdx="181"/>
  <p:cmAuthor id="183" name="吴铁映" initials="吴" lastIdx="0" clrIdx="182"/>
  <p:cmAuthor id="184" name="闫宏超_367feQRJ" initials="authorId_377826930" lastIdx="0" clrIdx="183"/>
  <p:cmAuthor id="185" name="未知用户3" initials="未" lastIdx="0" clrIdx="184"/>
  <p:cmAuthor id="186" name="haixu liu" initials="hl" lastIdx="0" clrIdx="185"/>
  <p:cmAuthor id="187" name="thinkpad" initials="t" lastIdx="0" clrIdx="186"/>
  <p:cmAuthor id="188" name="刘传坤" initials="刘" lastIdx="0" clrIdx="187"/>
  <p:cmAuthor id="189" name="panhong" initials="p" lastIdx="0" clrIdx="188"/>
  <p:cmAuthor id="190" name="未知用户5" initials="未" lastIdx="0" clrIdx="189"/>
  <p:cmAuthor id="191" name="李丽华" initials="李" lastIdx="0" clrIdx="190"/>
  <p:cmAuthor id="192" name="jl liu" initials="j" lastIdx="0" clrIdx="191"/>
  <p:cmAuthor id="193" name="未定义" initials="未" lastIdx="0" clrIdx="192"/>
  <p:cmAuthor id="194" name="张惠" initials="张" lastIdx="0" clrIdx="193"/>
  <p:cmAuthor id="195" name="吴铭锐" initials="吴" lastIdx="0" clrIdx="194"/>
  <p:cmAuthor id="196" name="李百秋" initials="李" lastIdx="0" clrIdx="195"/>
  <p:cmAuthor id="197" name="杨静" initials="杨" lastIdx="0" clrIdx="196"/>
  <p:cmAuthor id="198" name="Zhou, Judy" initials="Z" lastIdx="0" clrIdx="197"/>
  <p:cmAuthor id="199" name="范作霖" initials="范" lastIdx="0" clrIdx="198"/>
  <p:cmAuthor id="200" name="张立鑫" initials="张" lastIdx="0" clrIdx="199"/>
  <p:cmAuthor id="201" name="包珊珊" initials="包" lastIdx="0" clrIdx="200"/>
  <p:cmAuthor id="202" name="YuQing" initials="Y" lastIdx="0" clrIdx="201"/>
  <p:cmAuthor id="203" name="Youwen Sun" initials="Y" lastIdx="0" clrIdx="202"/>
  <p:cmAuthor id="204" name="未知" initials="未" lastIdx="0" clrIdx="203"/>
  <p:cmAuthor id="205" name="周满红" initials="周" lastIdx="0" clrIdx="204"/>
  <p:cmAuthor id="206" name="未知用户10" initials="未" lastIdx="0" clrIdx="205"/>
  <p:cmAuthor id="207" name="未知用户11" initials="未" lastIdx="0" clrIdx="206"/>
  <p:cmAuthor id="208" name="魏永生" initials="魏" lastIdx="0" clrIdx="207"/>
  <p:cmAuthor id="209" name="dingbo" initials="d" lastIdx="0" clrIdx="208"/>
  <p:cmAuthor id="210" name="吴杰" initials="吴" lastIdx="0" clrIdx="209"/>
  <p:cmAuthor id="211" name="刘丽仙" initials="刘" lastIdx="0" clrIdx="210"/>
  <p:cmAuthor id="212" name="陶川" initials="陶" lastIdx="0" clrIdx="211"/>
  <p:cmAuthor id="213" name="杨艳霞" initials="杨" lastIdx="0" clrIdx="212"/>
  <p:cmAuthor id="214" name="吕喜龙" initials="吕" lastIdx="0" clrIdx="213"/>
  <p:cmAuthor id="215" name="朱 祉裕" initials="朱" lastIdx="0" clrIdx="214"/>
  <p:cmAuthor id="216" name="未知用户27" initials="未" lastIdx="0" clrIdx="215"/>
  <p:cmAuthor id="217" name="未知用户30" initials="未" lastIdx="0" clrIdx="216"/>
  <p:cmAuthor id="218" name="孟祥超" initials="孟" lastIdx="0" clrIdx="217"/>
  <p:cmAuthor id="219" name="gw0400395" initials="g" lastIdx="0" clrIdx="218"/>
  <p:cmAuthor id="220" name="孟磊" initials="孟磊" lastIdx="0" clrIdx="219"/>
  <p:cmAuthor id="221" name="12032" initials="1" lastIdx="0" clrIdx="220"/>
  <p:cmAuthor id="222" name="张典姝" initials="D" lastIdx="0" clrIdx="221"/>
  <p:cmAuthor id="223" name="Omilion, Ryan" initials="O" lastIdx="0" clrIdx="222"/>
  <p:cmAuthor id="224" name="user" initials="u" lastIdx="0" clrIdx="223"/>
  <p:cmAuthor id="225" name="Catherine Strahan" initials="C" lastIdx="0" clrIdx="224"/>
  <p:cmAuthor id="226" name="Author" initials="A" lastIdx="0" clrIdx="225"/>
  <p:cmAuthor id="227" name="Dong,Jessie,ShangHai,Wyeth Nutrition CN Medical2" initials="DNCM" lastIdx="0" clrIdx="226"/>
  <p:cmAuthor id="228" name="changan" initials="c" lastIdx="0" clrIdx="22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29D"/>
    <a:srgbClr val="A6E9E6"/>
    <a:srgbClr val="70C6C4"/>
    <a:srgbClr val="FEE5A8"/>
    <a:srgbClr val="FBBE03"/>
    <a:srgbClr val="00999B"/>
    <a:srgbClr val="595959"/>
    <a:srgbClr val="FABE00"/>
    <a:srgbClr val="FDD876"/>
    <a:srgbClr val="2327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589" autoAdjust="0"/>
  </p:normalViewPr>
  <p:slideViewPr>
    <p:cSldViewPr snapToGrid="0" showGuides="1">
      <p:cViewPr varScale="1">
        <p:scale>
          <a:sx n="74" d="100"/>
          <a:sy n="74" d="100"/>
        </p:scale>
        <p:origin x="711" y="42"/>
      </p:cViewPr>
      <p:guideLst>
        <p:guide orient="horz" pos="2120"/>
        <p:guide pos="3792"/>
        <p:guide orient="horz" pos="7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928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5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Relationship Id="rId13" Type="http://schemas.openxmlformats.org/officeDocument/2006/relationships/commentAuthors" Target="commentAuthors.xml"/><Relationship Id="rId14" Type="http://schemas.openxmlformats.org/officeDocument/2006/relationships/tags" Target="tags/tag2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1D3CD28-A404-C54A-A07E-63CF6FE9B26C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47CBD8FB-0D5C-754D-9070-98292124EB21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72E487C1-43F7-D04A-8639-0AFE251AF260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89436A80-0B72-2348-B1B7-B3F747005A28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tags" Target="../tags/tag9.xml"/><Relationship Id="rId11" Type="http://schemas.openxmlformats.org/officeDocument/2006/relationships/image" Target="../media/image9.png"/><Relationship Id="rId12" Type="http://schemas.openxmlformats.org/officeDocument/2006/relationships/tags" Target="../tags/tag10.xml"/><Relationship Id="rId1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1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8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2548" y="0"/>
            <a:ext cx="12186903" cy="6858000"/>
          </a:xfrm>
          <a:prstGeom prst="rect">
            <a:avLst/>
          </a:prstGeom>
          <a:ln>
            <a:noFill/>
          </a:ln>
        </p:spPr>
      </p:pic>
      <p:sp>
        <p:nvSpPr>
          <p:cNvPr id="5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1701114" y="2710340"/>
            <a:ext cx="8789772" cy="875344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FontTx/>
              <a:buNone/>
              <a:defRPr lang="zh-CN" altLang="en-US" sz="3400" b="1" kern="1200" spc="500" baseline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 sz="3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marL="0" lv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Tx/>
              <a:buNone/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3727620" y="4899303"/>
            <a:ext cx="4736756" cy="87534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lang="zh-CN" altLang="en-US" sz="1200" b="0" i="0" kern="1200" spc="300" dirty="0">
                <a:solidFill>
                  <a:schemeClr val="tx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457200" indent="0">
              <a:buNone/>
              <a:defRPr sz="2000"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marL="0" lvl="0" indent="0" algn="ctr" rtl="0" eaLnBrk="0" fontAlgn="base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cxnSp>
        <p:nvCxnSpPr>
          <p:cNvPr id="7" name="直线连接符 6"/>
          <p:cNvCxnSpPr/>
          <p:nvPr userDrawn="1"/>
        </p:nvCxnSpPr>
        <p:spPr>
          <a:xfrm>
            <a:off x="5483998" y="3926689"/>
            <a:ext cx="122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3" cstate="hqprint"/>
          <a:srcRect b="-4"/>
          <a:stretch>
            <a:fillRect/>
          </a:stretch>
        </p:blipFill>
        <p:spPr>
          <a:xfrm>
            <a:off x="5109325" y="785906"/>
            <a:ext cx="1756378" cy="4222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直线连接符 6"/>
          <p:cNvCxnSpPr/>
          <p:nvPr userDrawn="1"/>
        </p:nvCxnSpPr>
        <p:spPr>
          <a:xfrm>
            <a:off x="6176210" y="5836170"/>
            <a:ext cx="12065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3"/>
          <p:cNvSpPr>
            <a:spLocks noGrp="1"/>
          </p:cNvSpPr>
          <p:nvPr>
            <p:ph type="title" hasCustomPrompt="1"/>
          </p:nvPr>
        </p:nvSpPr>
        <p:spPr>
          <a:xfrm>
            <a:off x="6096000" y="1613768"/>
            <a:ext cx="4709611" cy="669016"/>
          </a:xfrm>
          <a:prstGeom prst="rect">
            <a:avLst/>
          </a:prstGeom>
        </p:spPr>
        <p:txBody>
          <a:bodyPr anchor="ctr"/>
          <a:lstStyle>
            <a:lvl1pPr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kumimoji="1" lang="zh-CN" altLang="en-US" dirty="0"/>
              <a:t>一、这是一个标题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2639975"/>
            <a:ext cx="4709611" cy="6794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kumimoji="1" lang="zh-CN" altLang="en-US" dirty="0"/>
              <a:t>二、这是一个标题</a:t>
            </a:r>
            <a:endParaRPr kumimoji="1" lang="zh-CN" altLang="en-US" dirty="0"/>
          </a:p>
        </p:txBody>
      </p:sp>
      <p:sp>
        <p:nvSpPr>
          <p:cNvPr id="17" name="文本占位符 15"/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3676616"/>
            <a:ext cx="4709611" cy="6794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kumimoji="1" lang="zh-CN" altLang="en-US" dirty="0"/>
              <a:t>三、这是一个标题</a:t>
            </a:r>
            <a:endParaRPr kumimoji="1" lang="zh-CN" altLang="en-US" dirty="0"/>
          </a:p>
        </p:txBody>
      </p:sp>
      <p:sp>
        <p:nvSpPr>
          <p:cNvPr id="21" name="文本占位符 15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4713258"/>
            <a:ext cx="4709611" cy="6794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kumimoji="1" lang="zh-CN" altLang="en-US" dirty="0"/>
              <a:t>四、这是一个标题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-25031"/>
            <a:ext cx="12246432" cy="6883031"/>
          </a:xfrm>
          <a:prstGeom prst="rect">
            <a:avLst/>
          </a:prstGeom>
        </p:spPr>
      </p:pic>
      <p:cxnSp>
        <p:nvCxnSpPr>
          <p:cNvPr id="15" name="直线连接符 14"/>
          <p:cNvCxnSpPr/>
          <p:nvPr userDrawn="1"/>
        </p:nvCxnSpPr>
        <p:spPr>
          <a:xfrm>
            <a:off x="943107" y="4343398"/>
            <a:ext cx="12065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/>
          <p:cNvSpPr>
            <a:spLocks noGrp="1"/>
          </p:cNvSpPr>
          <p:nvPr>
            <p:ph type="title" hasCustomPrompt="1"/>
          </p:nvPr>
        </p:nvSpPr>
        <p:spPr>
          <a:xfrm>
            <a:off x="838200" y="3178153"/>
            <a:ext cx="6190397" cy="708047"/>
          </a:xfrm>
          <a:prstGeom prst="rect">
            <a:avLst/>
          </a:prstGeom>
        </p:spPr>
        <p:txBody>
          <a:bodyPr lIns="36000" tIns="36000" rIns="36000" bIns="36000" anchor="ctr"/>
          <a:lstStyle>
            <a:lvl1pPr>
              <a:defRPr sz="2400" b="0">
                <a:solidFill>
                  <a:schemeClr val="tx2"/>
                </a:solidFill>
              </a:defRPr>
            </a:lvl1pPr>
          </a:lstStyle>
          <a:p>
            <a:r>
              <a:rPr kumimoji="1" lang="zh-CN" altLang="en-US" dirty="0"/>
              <a:t>单击此处添加文本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 cstate="hqprint"/>
          <a:srcRect l="-2"/>
          <a:stretch>
            <a:fillRect/>
          </a:stretch>
        </p:blipFill>
        <p:spPr>
          <a:xfrm rot="5400000">
            <a:off x="5953760" y="635527"/>
            <a:ext cx="284477" cy="12192002"/>
          </a:xfrm>
          <a:prstGeom prst="rect">
            <a:avLst/>
          </a:prstGeom>
        </p:spPr>
      </p:pic>
      <p:cxnSp>
        <p:nvCxnSpPr>
          <p:cNvPr id="8" name="直线连接符 14"/>
          <p:cNvCxnSpPr/>
          <p:nvPr userDrawn="1"/>
        </p:nvCxnSpPr>
        <p:spPr>
          <a:xfrm>
            <a:off x="443370" y="693298"/>
            <a:ext cx="2577627" cy="0"/>
          </a:xfrm>
          <a:prstGeom prst="line">
            <a:avLst/>
          </a:prstGeom>
          <a:ln w="9525">
            <a:solidFill>
              <a:srgbClr val="0092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15"/>
          <p:cNvCxnSpPr/>
          <p:nvPr userDrawn="1"/>
        </p:nvCxnSpPr>
        <p:spPr>
          <a:xfrm>
            <a:off x="3123385" y="693298"/>
            <a:ext cx="1440000" cy="0"/>
          </a:xfrm>
          <a:prstGeom prst="line">
            <a:avLst/>
          </a:prstGeom>
          <a:ln w="9525">
            <a:solidFill>
              <a:srgbClr val="F7CE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16"/>
          <p:cNvCxnSpPr/>
          <p:nvPr userDrawn="1"/>
        </p:nvCxnSpPr>
        <p:spPr>
          <a:xfrm>
            <a:off x="4574307" y="693298"/>
            <a:ext cx="7183801" cy="0"/>
          </a:xfrm>
          <a:prstGeom prst="line">
            <a:avLst/>
          </a:prstGeom>
          <a:ln w="9525">
            <a:solidFill>
              <a:srgbClr val="2327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灯片编号占位符 1"/>
          <p:cNvSpPr>
            <a:spLocks noGrp="1"/>
          </p:cNvSpPr>
          <p:nvPr>
            <p:ph type="sldNum" sz="quarter" idx="18"/>
          </p:nvPr>
        </p:nvSpPr>
        <p:spPr>
          <a:xfrm>
            <a:off x="11528752" y="6574934"/>
            <a:ext cx="516511" cy="223177"/>
          </a:xfrm>
          <a:prstGeom prst="rect">
            <a:avLst/>
          </a:prstGeom>
        </p:spPr>
        <p:txBody>
          <a:bodyPr wrap="square" numCol="1" anchor="ctr" anchorCtr="0" compatLnSpc="1"/>
          <a:lstStyle>
            <a:lvl1pPr algn="ctr">
              <a:defRPr sz="600" b="0" i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fld id="{9F851988-1733-A44B-9269-CB53F13FC16E}" type="slidenum">
              <a:rPr lang="zh-CN" altLang="en-US" smtClean="0"/>
            </a:fld>
            <a:endParaRPr lang="zh-CN" altLang="en-US"/>
          </a:p>
        </p:txBody>
      </p:sp>
      <p:sp>
        <p:nvSpPr>
          <p:cNvPr id="19" name="标题 2"/>
          <p:cNvSpPr>
            <a:spLocks noGrp="1"/>
          </p:cNvSpPr>
          <p:nvPr>
            <p:ph type="title" hasCustomPrompt="1"/>
          </p:nvPr>
        </p:nvSpPr>
        <p:spPr>
          <a:xfrm>
            <a:off x="359991" y="249336"/>
            <a:ext cx="10143033" cy="443962"/>
          </a:xfrm>
          <a:prstGeom prst="rect">
            <a:avLst/>
          </a:prstGeom>
        </p:spPr>
        <p:txBody>
          <a:bodyPr anchor="ctr"/>
          <a:lstStyle>
            <a:lvl1pPr>
              <a:defRPr sz="2000" b="1" i="0" spc="300">
                <a:solidFill>
                  <a:srgbClr val="23272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单击此处输入标题</a:t>
            </a:r>
            <a:endParaRPr kumimoji="1"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3" cstate="hqprint"/>
          <a:srcRect b="-4"/>
          <a:stretch>
            <a:fillRect/>
          </a:stretch>
        </p:blipFill>
        <p:spPr>
          <a:xfrm>
            <a:off x="10156190" y="219075"/>
            <a:ext cx="1612900" cy="3879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尾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2548" y="0"/>
            <a:ext cx="12186903" cy="6858000"/>
          </a:xfrm>
          <a:prstGeom prst="rect">
            <a:avLst/>
          </a:prstGeom>
        </p:spPr>
      </p:pic>
      <p:sp>
        <p:nvSpPr>
          <p:cNvPr id="5" name="文本占位符 2"/>
          <p:cNvSpPr>
            <a:spLocks noGrp="1"/>
          </p:cNvSpPr>
          <p:nvPr>
            <p:ph type="body" sz="quarter" idx="12" hasCustomPrompt="1"/>
          </p:nvPr>
        </p:nvSpPr>
        <p:spPr>
          <a:xfrm>
            <a:off x="1714672" y="2803006"/>
            <a:ext cx="8789772" cy="875344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FontTx/>
              <a:buNone/>
              <a:defRPr sz="4000" b="0" spc="500" baseline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3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en-US" altLang="zh-CN" dirty="0"/>
              <a:t>THANKS!</a:t>
            </a:r>
            <a:endParaRPr lang="zh-CN" altLang="en-US" dirty="0"/>
          </a:p>
        </p:txBody>
      </p:sp>
      <p:cxnSp>
        <p:nvCxnSpPr>
          <p:cNvPr id="6" name="直线连接符 6"/>
          <p:cNvCxnSpPr/>
          <p:nvPr userDrawn="1"/>
        </p:nvCxnSpPr>
        <p:spPr>
          <a:xfrm>
            <a:off x="5659558" y="3702871"/>
            <a:ext cx="900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>
            <a:off x="5235792" y="5974914"/>
            <a:ext cx="1753732" cy="2428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3201" cy="6858000"/>
          </a:xfrm>
          <a:prstGeom prst="rect">
            <a:avLst/>
          </a:prstGeom>
          <a:solidFill>
            <a:srgbClr val="E9E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-773430" y="255905"/>
            <a:ext cx="452120" cy="1588770"/>
            <a:chOff x="-1218" y="403"/>
            <a:chExt cx="712" cy="2502"/>
          </a:xfrm>
        </p:grpSpPr>
        <p:sp>
          <p:nvSpPr>
            <p:cNvPr id="3" name="矩形 2"/>
            <p:cNvSpPr/>
            <p:nvPr userDrawn="1">
              <p:custDataLst>
                <p:tags r:id="rId3"/>
              </p:custDataLst>
            </p:nvPr>
          </p:nvSpPr>
          <p:spPr>
            <a:xfrm>
              <a:off x="-1218" y="403"/>
              <a:ext cx="713" cy="402"/>
            </a:xfrm>
            <a:prstGeom prst="rect">
              <a:avLst/>
            </a:prstGeom>
            <a:solidFill>
              <a:srgbClr val="92959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 userDrawn="1">
              <p:custDataLst>
                <p:tags r:id="rId4"/>
              </p:custDataLst>
            </p:nvPr>
          </p:nvSpPr>
          <p:spPr>
            <a:xfrm>
              <a:off x="-1218" y="928"/>
              <a:ext cx="713" cy="402"/>
            </a:xfrm>
            <a:prstGeom prst="rect">
              <a:avLst/>
            </a:prstGeom>
            <a:solidFill>
              <a:srgbClr val="00929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 userDrawn="1">
              <p:custDataLst>
                <p:tags r:id="rId5"/>
              </p:custDataLst>
            </p:nvPr>
          </p:nvSpPr>
          <p:spPr>
            <a:xfrm>
              <a:off x="-1218" y="1453"/>
              <a:ext cx="713" cy="402"/>
            </a:xfrm>
            <a:prstGeom prst="rect">
              <a:avLst/>
            </a:prstGeom>
            <a:solidFill>
              <a:srgbClr val="CA3D3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 userDrawn="1">
              <p:custDataLst>
                <p:tags r:id="rId6"/>
              </p:custDataLst>
            </p:nvPr>
          </p:nvSpPr>
          <p:spPr>
            <a:xfrm>
              <a:off x="-1218" y="1978"/>
              <a:ext cx="713" cy="402"/>
            </a:xfrm>
            <a:prstGeom prst="rect">
              <a:avLst/>
            </a:prstGeom>
            <a:solidFill>
              <a:srgbClr val="277B54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 userDrawn="1">
              <p:custDataLst>
                <p:tags r:id="rId7"/>
              </p:custDataLst>
            </p:nvPr>
          </p:nvSpPr>
          <p:spPr>
            <a:xfrm>
              <a:off x="-1218" y="2503"/>
              <a:ext cx="713" cy="402"/>
            </a:xfrm>
            <a:prstGeom prst="rect">
              <a:avLst/>
            </a:prstGeom>
            <a:solidFill>
              <a:srgbClr val="8CC9CE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Slide Number Placeholder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11432855" y="6509965"/>
            <a:ext cx="558418" cy="273844"/>
          </a:xfrm>
          <a:prstGeom prst="rect">
            <a:avLst/>
          </a:prstGeom>
        </p:spPr>
        <p:txBody>
          <a:bodyPr anchor="ctr"/>
          <a:lstStyle>
            <a:lvl1pPr algn="r">
              <a:defRPr sz="935">
                <a:solidFill>
                  <a:srgbClr val="0A3170"/>
                </a:solidFill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379095" y="6439535"/>
            <a:ext cx="1250950" cy="273050"/>
            <a:chOff x="597" y="10260"/>
            <a:chExt cx="1970" cy="430"/>
          </a:xfrm>
        </p:grpSpPr>
        <p:sp>
          <p:nvSpPr>
            <p:cNvPr id="16" name="圆角矩形 15"/>
            <p:cNvSpPr/>
            <p:nvPr userDrawn="1">
              <p:custDataLst>
                <p:tags r:id="rId9"/>
              </p:custDataLst>
            </p:nvPr>
          </p:nvSpPr>
          <p:spPr>
            <a:xfrm>
              <a:off x="597" y="10303"/>
              <a:ext cx="1875" cy="337"/>
            </a:xfrm>
            <a:prstGeom prst="roundRect">
              <a:avLst>
                <a:gd name="adj" fmla="val 50000"/>
              </a:avLst>
            </a:prstGeom>
            <a:solidFill>
              <a:srgbClr val="92959A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17" name="Date Placeholder 3"/>
            <p:cNvSpPr txBox="1"/>
            <p:nvPr userDrawn="1">
              <p:custDataLst>
                <p:tags r:id="rId10"/>
              </p:custDataLst>
            </p:nvPr>
          </p:nvSpPr>
          <p:spPr>
            <a:xfrm>
              <a:off x="597" y="10260"/>
              <a:ext cx="1970" cy="431"/>
            </a:xfrm>
            <a:prstGeom prst="rect">
              <a:avLst/>
            </a:prstGeom>
          </p:spPr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lang="en-US" sz="800" kern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935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品质丨智慧丨和悦</a:t>
              </a:r>
              <a:endParaRPr lang="en-US" altLang="zh-CN" sz="935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pic>
        <p:nvPicPr>
          <p:cNvPr id="2" name="图片 1" descr="11.27-ppt"/>
          <p:cNvPicPr>
            <a:picLocks noChangeAspect="1"/>
          </p:cNvPicPr>
          <p:nvPr userDrawn="1"/>
        </p:nvPicPr>
        <p:blipFill>
          <a:blip r:embed="rId11" cstate="screen"/>
          <a:stretch>
            <a:fillRect/>
          </a:stretch>
        </p:blipFill>
        <p:spPr>
          <a:xfrm>
            <a:off x="476250" y="302260"/>
            <a:ext cx="360045" cy="377190"/>
          </a:xfrm>
          <a:prstGeom prst="rect">
            <a:avLst/>
          </a:prstGeom>
        </p:spPr>
      </p:pic>
      <p:sp>
        <p:nvSpPr>
          <p:cNvPr id="18" name="标题 2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842010" y="255905"/>
            <a:ext cx="7317105" cy="47942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微软雅黑</a:t>
            </a:r>
            <a:r>
              <a:rPr lang="en-US" altLang="zh-CN" dirty="0"/>
              <a:t>24</a:t>
            </a:r>
            <a:r>
              <a:rPr lang="zh-CN" altLang="en-US" dirty="0"/>
              <a:t>号加粗</a:t>
            </a:r>
            <a:endParaRPr lang="zh-CN" altLang="en-US" dirty="0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13" cstate="screen"/>
          <a:stretch>
            <a:fillRect/>
          </a:stretch>
        </p:blipFill>
        <p:spPr>
          <a:xfrm>
            <a:off x="9772871" y="302400"/>
            <a:ext cx="2111268" cy="25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2" descr="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9050"/>
            <a:ext cx="12192000" cy="6838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55" name="图片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48852" y="19050"/>
            <a:ext cx="3176448" cy="615700"/>
          </a:xfrm>
          <a:prstGeom prst="rect">
            <a:avLst/>
          </a:prstGeom>
        </p:spPr>
      </p:pic>
      <p:sp>
        <p:nvSpPr>
          <p:cNvPr id="1048597" name="标题 1"/>
          <p:cNvSpPr>
            <a:spLocks noGrp="1"/>
          </p:cNvSpPr>
          <p:nvPr>
            <p:ph type="title" hasCustomPrompt="1"/>
          </p:nvPr>
        </p:nvSpPr>
        <p:spPr>
          <a:xfrm>
            <a:off x="252000" y="127462"/>
            <a:ext cx="6854194" cy="402995"/>
          </a:xfrm>
          <a:noFill/>
        </p:spPr>
        <p:txBody>
          <a:bodyPr wrap="square" rtlCol="0">
            <a:spAutoFit/>
          </a:bodyPr>
          <a:lstStyle>
            <a:lvl1pPr>
              <a:defRPr lang="zh-CN" altLang="en-US" sz="2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lvl="0"/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1048598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0" y="6473825"/>
            <a:ext cx="2743200" cy="365125"/>
          </a:xfrm>
        </p:spPr>
        <p:txBody>
          <a:bodyPr/>
          <a:lstStyle>
            <a:lvl1pPr algn="ctr"/>
          </a:lstStyle>
          <a:p>
            <a:fld id="{A857BF7A-CBA3-4C13-95C6-C472A8C42299}" type="slidenum">
              <a:rPr lang="zh-CN" altLang="en-US" smtClean="0"/>
            </a:fld>
            <a:endParaRPr lang="zh-CN" altLang="en-US"/>
          </a:p>
        </p:txBody>
      </p:sp>
      <p:pic>
        <p:nvPicPr>
          <p:cNvPr id="2097156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941677" y="121571"/>
            <a:ext cx="2790798" cy="41065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2548" y="0"/>
            <a:ext cx="12186903" cy="6858000"/>
          </a:xfrm>
          <a:prstGeom prst="rect">
            <a:avLst/>
          </a:prstGeom>
          <a:ln>
            <a:noFill/>
          </a:ln>
        </p:spPr>
      </p:pic>
      <p:sp>
        <p:nvSpPr>
          <p:cNvPr id="5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1701114" y="2710340"/>
            <a:ext cx="8789772" cy="875344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FontTx/>
              <a:buNone/>
              <a:defRPr lang="zh-CN" altLang="en-US" sz="3400" b="1" kern="1200" spc="500" baseline="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>
              <a:buNone/>
              <a:defRPr sz="3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marL="0" lv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Tx/>
              <a:buNone/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3727620" y="4899303"/>
            <a:ext cx="4736756" cy="87534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lang="zh-CN" altLang="en-US" sz="1200" b="0" i="0" kern="1200" spc="300" dirty="0">
                <a:solidFill>
                  <a:schemeClr val="tx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457200" indent="0">
              <a:buNone/>
              <a:defRPr sz="2000"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marL="0" lvl="0" indent="0" algn="ctr" rtl="0" eaLnBrk="0" fontAlgn="base" hangingPunct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cxnSp>
        <p:nvCxnSpPr>
          <p:cNvPr id="7" name="直线连接符 6"/>
          <p:cNvCxnSpPr/>
          <p:nvPr userDrawn="1"/>
        </p:nvCxnSpPr>
        <p:spPr>
          <a:xfrm>
            <a:off x="5483998" y="3926689"/>
            <a:ext cx="1224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hqprint"/>
          <a:srcRect b="-4"/>
          <a:stretch>
            <a:fillRect/>
          </a:stretch>
        </p:blipFill>
        <p:spPr>
          <a:xfrm>
            <a:off x="5109325" y="785906"/>
            <a:ext cx="1756378" cy="4222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直线连接符 6"/>
          <p:cNvCxnSpPr/>
          <p:nvPr userDrawn="1"/>
        </p:nvCxnSpPr>
        <p:spPr>
          <a:xfrm>
            <a:off x="6176210" y="5836170"/>
            <a:ext cx="12065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3"/>
          <p:cNvSpPr>
            <a:spLocks noGrp="1"/>
          </p:cNvSpPr>
          <p:nvPr>
            <p:ph type="title" hasCustomPrompt="1"/>
          </p:nvPr>
        </p:nvSpPr>
        <p:spPr>
          <a:xfrm>
            <a:off x="6096000" y="1613768"/>
            <a:ext cx="4709611" cy="669016"/>
          </a:xfrm>
          <a:prstGeom prst="rect">
            <a:avLst/>
          </a:prstGeom>
        </p:spPr>
        <p:txBody>
          <a:bodyPr anchor="ctr"/>
          <a:lstStyle>
            <a:lvl1pPr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kumimoji="1" lang="zh-CN" altLang="en-US" dirty="0"/>
              <a:t>一、这是一个标题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2639975"/>
            <a:ext cx="4709611" cy="6794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kumimoji="1" lang="zh-CN" altLang="en-US" dirty="0"/>
              <a:t>二、这是一个标题</a:t>
            </a:r>
            <a:endParaRPr kumimoji="1" lang="zh-CN" altLang="en-US" dirty="0"/>
          </a:p>
        </p:txBody>
      </p:sp>
      <p:sp>
        <p:nvSpPr>
          <p:cNvPr id="17" name="文本占位符 15"/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3676616"/>
            <a:ext cx="4709611" cy="6794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kumimoji="1" lang="zh-CN" altLang="en-US" dirty="0"/>
              <a:t>三、这是一个标题</a:t>
            </a:r>
            <a:endParaRPr kumimoji="1" lang="zh-CN" altLang="en-US" dirty="0"/>
          </a:p>
        </p:txBody>
      </p:sp>
      <p:sp>
        <p:nvSpPr>
          <p:cNvPr id="21" name="文本占位符 15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4713258"/>
            <a:ext cx="4709611" cy="67945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chemeClr val="accent1"/>
                </a:solidFill>
                <a:latin typeface="+mj-ea"/>
                <a:ea typeface="+mj-ea"/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kumimoji="1" lang="zh-CN" altLang="en-US" dirty="0"/>
              <a:t>四、这是一个标题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-25031"/>
            <a:ext cx="12246432" cy="6883031"/>
          </a:xfrm>
          <a:prstGeom prst="rect">
            <a:avLst/>
          </a:prstGeom>
        </p:spPr>
      </p:pic>
      <p:cxnSp>
        <p:nvCxnSpPr>
          <p:cNvPr id="15" name="直线连接符 14"/>
          <p:cNvCxnSpPr/>
          <p:nvPr userDrawn="1"/>
        </p:nvCxnSpPr>
        <p:spPr>
          <a:xfrm>
            <a:off x="943107" y="4343398"/>
            <a:ext cx="12065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标题 3"/>
          <p:cNvSpPr>
            <a:spLocks noGrp="1"/>
          </p:cNvSpPr>
          <p:nvPr>
            <p:ph type="title" hasCustomPrompt="1"/>
          </p:nvPr>
        </p:nvSpPr>
        <p:spPr>
          <a:xfrm>
            <a:off x="838200" y="3178153"/>
            <a:ext cx="6190397" cy="708047"/>
          </a:xfrm>
          <a:prstGeom prst="rect">
            <a:avLst/>
          </a:prstGeom>
        </p:spPr>
        <p:txBody>
          <a:bodyPr lIns="36000" tIns="36000" rIns="36000" bIns="36000" anchor="ctr"/>
          <a:lstStyle>
            <a:lvl1pPr>
              <a:defRPr sz="2400" b="0">
                <a:solidFill>
                  <a:schemeClr val="tx2"/>
                </a:solidFill>
              </a:defRPr>
            </a:lvl1pPr>
          </a:lstStyle>
          <a:p>
            <a:r>
              <a:rPr kumimoji="1" lang="zh-CN" altLang="en-US" dirty="0"/>
              <a:t>单击此处添加文本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 cstate="hqprint"/>
          <a:srcRect l="-2"/>
          <a:stretch>
            <a:fillRect/>
          </a:stretch>
        </p:blipFill>
        <p:spPr>
          <a:xfrm rot="5400000">
            <a:off x="5953760" y="635527"/>
            <a:ext cx="284477" cy="12192002"/>
          </a:xfrm>
          <a:prstGeom prst="rect">
            <a:avLst/>
          </a:prstGeom>
        </p:spPr>
      </p:pic>
      <p:cxnSp>
        <p:nvCxnSpPr>
          <p:cNvPr id="8" name="直线连接符 14"/>
          <p:cNvCxnSpPr/>
          <p:nvPr userDrawn="1"/>
        </p:nvCxnSpPr>
        <p:spPr>
          <a:xfrm>
            <a:off x="443370" y="693298"/>
            <a:ext cx="2577627" cy="0"/>
          </a:xfrm>
          <a:prstGeom prst="line">
            <a:avLst/>
          </a:prstGeom>
          <a:ln w="9525">
            <a:solidFill>
              <a:srgbClr val="0092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15"/>
          <p:cNvCxnSpPr/>
          <p:nvPr userDrawn="1"/>
        </p:nvCxnSpPr>
        <p:spPr>
          <a:xfrm>
            <a:off x="3123385" y="693298"/>
            <a:ext cx="1440000" cy="0"/>
          </a:xfrm>
          <a:prstGeom prst="line">
            <a:avLst/>
          </a:prstGeom>
          <a:ln w="9525">
            <a:solidFill>
              <a:srgbClr val="F7CE9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连接符 16"/>
          <p:cNvCxnSpPr/>
          <p:nvPr userDrawn="1"/>
        </p:nvCxnSpPr>
        <p:spPr>
          <a:xfrm>
            <a:off x="4574307" y="693298"/>
            <a:ext cx="7183801" cy="0"/>
          </a:xfrm>
          <a:prstGeom prst="line">
            <a:avLst/>
          </a:prstGeom>
          <a:ln w="9525">
            <a:solidFill>
              <a:srgbClr val="23272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灯片编号占位符 1"/>
          <p:cNvSpPr>
            <a:spLocks noGrp="1"/>
          </p:cNvSpPr>
          <p:nvPr>
            <p:ph type="sldNum" sz="quarter" idx="18"/>
          </p:nvPr>
        </p:nvSpPr>
        <p:spPr>
          <a:xfrm>
            <a:off x="11528752" y="6574934"/>
            <a:ext cx="516511" cy="223177"/>
          </a:xfrm>
          <a:prstGeom prst="rect">
            <a:avLst/>
          </a:prstGeom>
        </p:spPr>
        <p:txBody>
          <a:bodyPr wrap="square" numCol="1" anchor="ctr" anchorCtr="0" compatLnSpc="1"/>
          <a:lstStyle>
            <a:lvl1pPr algn="ctr">
              <a:defRPr sz="600" b="0" i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fld id="{9F851988-1733-A44B-9269-CB53F13FC16E}" type="slidenum">
              <a:rPr lang="zh-CN" altLang="en-US" smtClean="0"/>
            </a:fld>
            <a:endParaRPr lang="zh-CN" altLang="en-US"/>
          </a:p>
        </p:txBody>
      </p:sp>
      <p:sp>
        <p:nvSpPr>
          <p:cNvPr id="19" name="标题 2"/>
          <p:cNvSpPr>
            <a:spLocks noGrp="1"/>
          </p:cNvSpPr>
          <p:nvPr>
            <p:ph type="title" hasCustomPrompt="1"/>
          </p:nvPr>
        </p:nvSpPr>
        <p:spPr>
          <a:xfrm>
            <a:off x="359991" y="249336"/>
            <a:ext cx="10143033" cy="443962"/>
          </a:xfrm>
          <a:prstGeom prst="rect">
            <a:avLst/>
          </a:prstGeom>
        </p:spPr>
        <p:txBody>
          <a:bodyPr anchor="ctr"/>
          <a:lstStyle>
            <a:lvl1pPr>
              <a:defRPr sz="2000" b="1" i="0" spc="300">
                <a:solidFill>
                  <a:srgbClr val="23272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单击此处输入标题</a:t>
            </a:r>
            <a:endParaRPr kumimoji="1"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3" cstate="hqprint"/>
          <a:srcRect b="-4"/>
          <a:stretch>
            <a:fillRect/>
          </a:stretch>
        </p:blipFill>
        <p:spPr>
          <a:xfrm>
            <a:off x="10156190" y="219075"/>
            <a:ext cx="1612900" cy="3879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尾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2548" y="0"/>
            <a:ext cx="12186903" cy="6858000"/>
          </a:xfrm>
          <a:prstGeom prst="rect">
            <a:avLst/>
          </a:prstGeom>
        </p:spPr>
      </p:pic>
      <p:sp>
        <p:nvSpPr>
          <p:cNvPr id="5" name="文本占位符 2"/>
          <p:cNvSpPr>
            <a:spLocks noGrp="1"/>
          </p:cNvSpPr>
          <p:nvPr>
            <p:ph type="body" sz="quarter" idx="12" hasCustomPrompt="1"/>
          </p:nvPr>
        </p:nvSpPr>
        <p:spPr>
          <a:xfrm>
            <a:off x="1714672" y="2803006"/>
            <a:ext cx="8789772" cy="875344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FontTx/>
              <a:buNone/>
              <a:defRPr sz="4000" b="0" spc="500" baseline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3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lvl="0"/>
            <a:r>
              <a:rPr lang="en-US" altLang="zh-CN" dirty="0"/>
              <a:t>THANKS!</a:t>
            </a:r>
            <a:endParaRPr lang="zh-CN" altLang="en-US" dirty="0"/>
          </a:p>
        </p:txBody>
      </p:sp>
      <p:cxnSp>
        <p:nvCxnSpPr>
          <p:cNvPr id="6" name="直线连接符 6"/>
          <p:cNvCxnSpPr/>
          <p:nvPr userDrawn="1"/>
        </p:nvCxnSpPr>
        <p:spPr>
          <a:xfrm>
            <a:off x="5659558" y="3702871"/>
            <a:ext cx="900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>
          <a:xfrm>
            <a:off x="5235792" y="5974914"/>
            <a:ext cx="1753732" cy="2428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78293" y="400168"/>
            <a:ext cx="9507739" cy="474277"/>
          </a:xfrm>
        </p:spPr>
        <p:txBody>
          <a:bodyPr>
            <a:noAutofit/>
          </a:bodyPr>
          <a:lstStyle>
            <a:lvl1pPr>
              <a:defRPr sz="2000" b="0" i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75267" y="362049"/>
            <a:ext cx="543429" cy="397374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7244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白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模版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533601" y="6464274"/>
            <a:ext cx="4561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rgbClr val="99A6AF"/>
                </a:solidFill>
                <a:latin typeface="华康金刚黑 Light" panose="020B0300000000000000" pitchFamily="34" charset="-122"/>
                <a:ea typeface="华康金刚黑 Light" panose="020B0300000000000000" pitchFamily="34" charset="-122"/>
                <a:cs typeface="华康金刚黑 Light" panose="020B0300000000000000" pitchFamily="34" charset="-122"/>
              </a:defRPr>
            </a:lvl1pPr>
          </a:lstStyle>
          <a:p>
            <a:fld id="{5364C7E2-CC0F-4541-BF88-9AC8AD9B9BB1}" type="slidenum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15" name="日期占位符 12"/>
          <p:cNvSpPr>
            <a:spLocks noGrp="1"/>
          </p:cNvSpPr>
          <p:nvPr>
            <p:ph type="dt" sz="half" idx="2"/>
          </p:nvPr>
        </p:nvSpPr>
        <p:spPr>
          <a:xfrm>
            <a:off x="5679928" y="6489116"/>
            <a:ext cx="10742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0" i="0">
                <a:solidFill>
                  <a:srgbClr val="99A6AF"/>
                </a:solidFill>
                <a:latin typeface="华康金刚黑 Light" panose="020B0300000000000000" pitchFamily="34" charset="-122"/>
                <a:ea typeface="华康金刚黑 Light" panose="020B0300000000000000" pitchFamily="34" charset="-122"/>
                <a:cs typeface="华康金刚黑 Light" panose="020B0300000000000000" pitchFamily="34" charset="-122"/>
              </a:defRPr>
            </a:lvl1pPr>
          </a:lstStyle>
          <a:p>
            <a:fld id="{3B98F9DC-11EB-084E-BFEA-A6290D2587C7}" type="datetime1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4" name="页脚占位符 9"/>
          <p:cNvSpPr>
            <a:spLocks noGrp="1"/>
          </p:cNvSpPr>
          <p:nvPr>
            <p:ph type="ftr" sz="quarter" idx="3"/>
          </p:nvPr>
        </p:nvSpPr>
        <p:spPr>
          <a:xfrm>
            <a:off x="222469" y="6492875"/>
            <a:ext cx="18106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0" i="0">
                <a:solidFill>
                  <a:srgbClr val="99A6AF"/>
                </a:solidFill>
                <a:latin typeface="华康金刚黑 Light" panose="020B0300000000000000" pitchFamily="34" charset="-122"/>
                <a:ea typeface="华康金刚黑 Light" panose="020B0300000000000000" pitchFamily="34" charset="-122"/>
                <a:cs typeface="华康金刚黑 Light" panose="020B0300000000000000" pitchFamily="34" charset="-122"/>
              </a:defRPr>
            </a:lvl1pPr>
          </a:lstStyle>
          <a:p>
            <a:r>
              <a:rPr kumimoji="1" lang="en-US" altLang="zh-CN" dirty="0"/>
              <a:t>VOYAH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3204" cy="2096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500-CFC1-4A31-B219-66FE269251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DCE86-0B51-43EC-A70F-863EDF22E2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500-CFC1-4A31-B219-66FE269251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DCE86-0B51-43EC-A70F-863EDF22E2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500-CFC1-4A31-B219-66FE269251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DCE86-0B51-43EC-A70F-863EDF22E2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500-CFC1-4A31-B219-66FE269251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DCE86-0B51-43EC-A70F-863EDF22E2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500-CFC1-4A31-B219-66FE269251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DCE86-0B51-43EC-A70F-863EDF22E2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500-CFC1-4A31-B219-66FE269251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DCE86-0B51-43EC-A70F-863EDF22E2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500-CFC1-4A31-B219-66FE269251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DCE86-0B51-43EC-A70F-863EDF22E2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500-CFC1-4A31-B219-66FE269251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DCE86-0B51-43EC-A70F-863EDF22E2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500-CFC1-4A31-B219-66FE269251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DCE86-0B51-43EC-A70F-863EDF22E2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500-CFC1-4A31-B219-66FE269251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DCE86-0B51-43EC-A70F-863EDF22E2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4E500-CFC1-4A31-B219-66FE269251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DCE86-0B51-43EC-A70F-863EDF22E2E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image" Target="../media/image18.png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252663" y="0"/>
            <a:ext cx="168441" cy="6858000"/>
            <a:chOff x="-288759" y="0"/>
            <a:chExt cx="204537" cy="6412832"/>
          </a:xfrm>
        </p:grpSpPr>
        <p:sp>
          <p:nvSpPr>
            <p:cNvPr id="56" name="矩形 55"/>
            <p:cNvSpPr/>
            <p:nvPr userDrawn="1"/>
          </p:nvSpPr>
          <p:spPr>
            <a:xfrm>
              <a:off x="-288759" y="0"/>
              <a:ext cx="204537" cy="9958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7" name="矩形 56"/>
            <p:cNvSpPr/>
            <p:nvPr userDrawn="1"/>
          </p:nvSpPr>
          <p:spPr>
            <a:xfrm>
              <a:off x="-288759" y="1083396"/>
              <a:ext cx="204537" cy="995852"/>
            </a:xfrm>
            <a:prstGeom prst="rect">
              <a:avLst/>
            </a:prstGeom>
            <a:solidFill>
              <a:srgbClr val="232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8" name="矩形 57"/>
            <p:cNvSpPr/>
            <p:nvPr userDrawn="1"/>
          </p:nvSpPr>
          <p:spPr>
            <a:xfrm>
              <a:off x="-288759" y="2166792"/>
              <a:ext cx="204537" cy="995852"/>
            </a:xfrm>
            <a:prstGeom prst="rect">
              <a:avLst/>
            </a:prstGeom>
            <a:solidFill>
              <a:schemeClr val="bg1"/>
            </a:solidFill>
            <a:ln w="31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59" name="矩形 58"/>
            <p:cNvSpPr/>
            <p:nvPr userDrawn="1"/>
          </p:nvSpPr>
          <p:spPr>
            <a:xfrm>
              <a:off x="-288759" y="5416980"/>
              <a:ext cx="204537" cy="995852"/>
            </a:xfrm>
            <a:prstGeom prst="rect">
              <a:avLst/>
            </a:prstGeom>
            <a:solidFill>
              <a:srgbClr val="DCDDDD"/>
            </a:solidFill>
            <a:ln w="31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0" name="矩形 59"/>
            <p:cNvSpPr/>
            <p:nvPr userDrawn="1"/>
          </p:nvSpPr>
          <p:spPr>
            <a:xfrm>
              <a:off x="-288759" y="3250188"/>
              <a:ext cx="204537" cy="995852"/>
            </a:xfrm>
            <a:prstGeom prst="rect">
              <a:avLst/>
            </a:prstGeom>
            <a:solidFill>
              <a:srgbClr val="70C6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1" name="矩形 60"/>
            <p:cNvSpPr/>
            <p:nvPr userDrawn="1"/>
          </p:nvSpPr>
          <p:spPr>
            <a:xfrm>
              <a:off x="-288759" y="4333584"/>
              <a:ext cx="204537" cy="995852"/>
            </a:xfrm>
            <a:prstGeom prst="rect">
              <a:avLst/>
            </a:prstGeom>
            <a:solidFill>
              <a:srgbClr val="FAB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32" name="组合 31"/>
          <p:cNvGrpSpPr/>
          <p:nvPr userDrawn="1"/>
        </p:nvGrpSpPr>
        <p:grpSpPr>
          <a:xfrm>
            <a:off x="12284241" y="0"/>
            <a:ext cx="168441" cy="6858000"/>
            <a:chOff x="-288759" y="0"/>
            <a:chExt cx="204537" cy="6412832"/>
          </a:xfrm>
        </p:grpSpPr>
        <p:sp>
          <p:nvSpPr>
            <p:cNvPr id="33" name="矩形 32"/>
            <p:cNvSpPr/>
            <p:nvPr userDrawn="1"/>
          </p:nvSpPr>
          <p:spPr>
            <a:xfrm>
              <a:off x="-288759" y="0"/>
              <a:ext cx="204537" cy="9958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4" name="矩形 33"/>
            <p:cNvSpPr/>
            <p:nvPr userDrawn="1"/>
          </p:nvSpPr>
          <p:spPr>
            <a:xfrm>
              <a:off x="-288759" y="1083396"/>
              <a:ext cx="204537" cy="995852"/>
            </a:xfrm>
            <a:prstGeom prst="rect">
              <a:avLst/>
            </a:prstGeom>
            <a:solidFill>
              <a:srgbClr val="232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5" name="矩形 34"/>
            <p:cNvSpPr/>
            <p:nvPr userDrawn="1"/>
          </p:nvSpPr>
          <p:spPr>
            <a:xfrm>
              <a:off x="-288759" y="2166792"/>
              <a:ext cx="204537" cy="995852"/>
            </a:xfrm>
            <a:prstGeom prst="rect">
              <a:avLst/>
            </a:prstGeom>
            <a:solidFill>
              <a:schemeClr val="bg1"/>
            </a:solidFill>
            <a:ln w="31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6" name="矩形 35"/>
            <p:cNvSpPr/>
            <p:nvPr userDrawn="1"/>
          </p:nvSpPr>
          <p:spPr>
            <a:xfrm>
              <a:off x="-288759" y="5416980"/>
              <a:ext cx="204537" cy="995852"/>
            </a:xfrm>
            <a:prstGeom prst="rect">
              <a:avLst/>
            </a:prstGeom>
            <a:solidFill>
              <a:srgbClr val="DCDDDD"/>
            </a:solidFill>
            <a:ln w="3175"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7" name="矩形 36"/>
            <p:cNvSpPr/>
            <p:nvPr userDrawn="1"/>
          </p:nvSpPr>
          <p:spPr>
            <a:xfrm>
              <a:off x="-288759" y="3250188"/>
              <a:ext cx="204537" cy="995852"/>
            </a:xfrm>
            <a:prstGeom prst="rect">
              <a:avLst/>
            </a:prstGeom>
            <a:solidFill>
              <a:srgbClr val="70C6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8" name="矩形 37"/>
            <p:cNvSpPr/>
            <p:nvPr userDrawn="1"/>
          </p:nvSpPr>
          <p:spPr>
            <a:xfrm>
              <a:off x="-288759" y="4333584"/>
              <a:ext cx="204537" cy="995852"/>
            </a:xfrm>
            <a:prstGeom prst="rect">
              <a:avLst/>
            </a:prstGeom>
            <a:solidFill>
              <a:srgbClr val="FABE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b="0" i="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4E500-CFC1-4A31-B219-66FE269251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DCE86-0B51-43EC-A70F-863EDF22E2EF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406400" y="760095"/>
            <a:ext cx="11464925" cy="0"/>
          </a:xfrm>
          <a:prstGeom prst="line">
            <a:avLst/>
          </a:prstGeom>
          <a:ln w="12700" cap="flat" cmpd="sng">
            <a:gradFill>
              <a:gsLst>
                <a:gs pos="0">
                  <a:srgbClr val="69E1FA"/>
                </a:gs>
                <a:gs pos="100000">
                  <a:srgbClr val="FE5D37"/>
                </a:gs>
              </a:gsLst>
              <a:lin ang="0" scaled="0"/>
            </a:gradFill>
            <a:prstDash val="solid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" name="图片 7" descr="资源 3@2x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9537700" y="377190"/>
            <a:ext cx="2347595" cy="25971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/>
        </p:nvSpPr>
        <p:spPr>
          <a:xfrm>
            <a:off x="1174750" y="3818059"/>
            <a:ext cx="3455898" cy="71252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zh-CN" altLang="en-US" b="1" i="1" dirty="0">
              <a:solidFill>
                <a:srgbClr val="000000"/>
              </a:solidFill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4789981" y="3818059"/>
            <a:ext cx="3455898" cy="71252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zh-CN" altLang="en-US" b="1" i="1" dirty="0">
              <a:solidFill>
                <a:srgbClr val="000000"/>
              </a:solidFill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8399627" y="3818059"/>
            <a:ext cx="3455898" cy="71252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zh-CN" altLang="en-US" b="1" i="1" dirty="0">
              <a:solidFill>
                <a:srgbClr val="00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OTA</a:t>
            </a:r>
            <a:r>
              <a:rPr lang="zh-CN" altLang="en-US" dirty="0"/>
              <a:t>传播</a:t>
            </a:r>
            <a:r>
              <a:rPr lang="en-US" altLang="zh-CN" dirty="0"/>
              <a:t>——</a:t>
            </a:r>
            <a:r>
              <a:rPr lang="zh-CN" altLang="en-US" dirty="0"/>
              <a:t>新媒体领域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90194" y="1406390"/>
            <a:ext cx="480767" cy="952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目标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74750" y="1402345"/>
            <a:ext cx="4838700" cy="3254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999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维度一：产品曝光种草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999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74750" y="1786411"/>
            <a:ext cx="4838700" cy="572955"/>
          </a:xfrm>
          <a:prstGeom prst="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007+</a:t>
            </a:r>
            <a:r>
              <a:rPr lang="zh-CN" altLang="en-US" sz="1600" b="1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年轻人的</a:t>
            </a:r>
            <a:r>
              <a:rPr lang="zh-CN" altLang="en-US" sz="1600" b="1" u="sng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第一台高智性能轿跑</a:t>
            </a:r>
            <a:endParaRPr kumimoji="0" lang="en-US" altLang="zh-CN" sz="1600" b="1" i="0" u="sng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①曝光：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XXXX</a:t>
            </a: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54978" y="784189"/>
            <a:ext cx="111305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三元矩阵联动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1400" b="1" dirty="0">
                <a:solidFill>
                  <a:srgbClr val="FABE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品牌官号</a:t>
            </a:r>
            <a:r>
              <a:rPr lang="en-US" altLang="zh-CN" sz="1400" b="1" dirty="0">
                <a:solidFill>
                  <a:srgbClr val="FABE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400" b="1" dirty="0">
                <a:solidFill>
                  <a:srgbClr val="FABE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领导人</a:t>
            </a:r>
            <a:r>
              <a:rPr lang="en-US" altLang="zh-CN" sz="1400" b="1" dirty="0">
                <a:solidFill>
                  <a:srgbClr val="FABE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IP+</a:t>
            </a:r>
            <a:r>
              <a:rPr lang="zh-CN" altLang="en-US" sz="1400" b="1" dirty="0">
                <a:solidFill>
                  <a:srgbClr val="FABE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直播矩阵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三管齐下；</a:t>
            </a:r>
            <a:endParaRPr lang="en-US" altLang="zh-CN" sz="14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双线场景释放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硬核技术线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NOA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产品力释放；感性情感线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-NOA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对车主实际生活带来的放松与治愈。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326365" y="1402345"/>
            <a:ext cx="5534745" cy="3254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999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维度二：品牌</a:t>
            </a:r>
            <a:r>
              <a:rPr lang="zh-CN" altLang="en-US" sz="1400" b="1" dirty="0">
                <a:solidFill>
                  <a:srgbClr val="0099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形象提升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0999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326364" y="1786411"/>
            <a:ext cx="5534745" cy="572955"/>
          </a:xfrm>
          <a:prstGeom prst="rect">
            <a:avLst/>
          </a:prstGeom>
          <a:noFill/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体现奕派品牌在</a:t>
            </a:r>
            <a:r>
              <a:rPr lang="zh-CN" altLang="en-US" sz="1600" b="1" u="sng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智能化领域的再一次跃升</a:t>
            </a:r>
            <a:endParaRPr lang="en-US" altLang="zh-CN" sz="1600" b="1" u="sng" dirty="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5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①讨论：</a:t>
            </a:r>
            <a:r>
              <a:rPr lang="en-US" altLang="zh-CN" sz="105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endParaRPr lang="zh-CN" altLang="en-US" sz="1050" dirty="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90193" y="2422063"/>
            <a:ext cx="480767" cy="38483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达成策略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箭头: 五边形 27"/>
          <p:cNvSpPr/>
          <p:nvPr/>
        </p:nvSpPr>
        <p:spPr>
          <a:xfrm>
            <a:off x="1174750" y="2889919"/>
            <a:ext cx="3455898" cy="290037"/>
          </a:xfrm>
          <a:prstGeom prst="homePlate">
            <a:avLst/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预热启动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箭头: 五边形 33"/>
          <p:cNvSpPr/>
          <p:nvPr/>
        </p:nvSpPr>
        <p:spPr>
          <a:xfrm>
            <a:off x="4789981" y="2889917"/>
            <a:ext cx="3455898" cy="290037"/>
          </a:xfrm>
          <a:prstGeom prst="homePlate">
            <a:avLst/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直播引爆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箭头: 五边形 34"/>
          <p:cNvSpPr/>
          <p:nvPr/>
        </p:nvSpPr>
        <p:spPr>
          <a:xfrm>
            <a:off x="8405212" y="2889917"/>
            <a:ext cx="3455898" cy="290039"/>
          </a:xfrm>
          <a:prstGeom prst="homePlate">
            <a:avLst/>
          </a:prstGeom>
          <a:solidFill>
            <a:srgbClr val="AFAB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持续传播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8" name="直接箭头连接符 37"/>
          <p:cNvCxnSpPr/>
          <p:nvPr/>
        </p:nvCxnSpPr>
        <p:spPr>
          <a:xfrm>
            <a:off x="1174750" y="3361206"/>
            <a:ext cx="10668145" cy="0"/>
          </a:xfrm>
          <a:prstGeom prst="straightConnector1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椭圆 38"/>
          <p:cNvSpPr/>
          <p:nvPr/>
        </p:nvSpPr>
        <p:spPr>
          <a:xfrm>
            <a:off x="1521318" y="3326421"/>
            <a:ext cx="84083" cy="840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723468" y="3235347"/>
            <a:ext cx="2575942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领导预热视频：</a:t>
            </a:r>
            <a:r>
              <a:rPr lang="zh-CN" altLang="en-US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奕派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OTA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即将升级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130334" y="3111799"/>
            <a:ext cx="8555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.1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4959866" y="3319164"/>
            <a:ext cx="84083" cy="840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177249" y="3229956"/>
            <a:ext cx="2787575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直播事件：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999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奕派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999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007+ NOA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999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轻生活漫游日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999B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4568882" y="3104542"/>
            <a:ext cx="8555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.8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8600077" y="3319164"/>
            <a:ext cx="84083" cy="840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9238343" y="3229955"/>
            <a:ext cx="1977424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产品力视频：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OTA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全面升级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8209093" y="3104542"/>
            <a:ext cx="8555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5.10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906047" y="3478636"/>
            <a:ext cx="1969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1" u="sng" strike="noStrike" kern="1200" cap="none" spc="0" normalizeH="0" baseline="0" noProof="0" dirty="0">
                <a:ln>
                  <a:noFill/>
                </a:ln>
                <a:solidFill>
                  <a:srgbClr val="00999B"/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造期待</a:t>
            </a:r>
            <a:endParaRPr kumimoji="0" lang="zh-CN" altLang="en-US" sz="2800" b="1" i="1" u="sng" strike="noStrike" kern="1200" cap="none" spc="0" normalizeH="0" baseline="0" noProof="0" dirty="0">
              <a:ln>
                <a:noFill/>
              </a:ln>
              <a:solidFill>
                <a:srgbClr val="00999B"/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8" name="直接连接符 67"/>
          <p:cNvCxnSpPr/>
          <p:nvPr/>
        </p:nvCxnSpPr>
        <p:spPr>
          <a:xfrm>
            <a:off x="4686891" y="3526572"/>
            <a:ext cx="0" cy="40135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>
            <a:off x="8278851" y="3526572"/>
            <a:ext cx="0" cy="401358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/>
          <p:cNvSpPr txBox="1"/>
          <p:nvPr/>
        </p:nvSpPr>
        <p:spPr>
          <a:xfrm>
            <a:off x="5573487" y="3478636"/>
            <a:ext cx="1900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1" u="sng" strike="noStrike" kern="1200" cap="none" spc="0" normalizeH="0" baseline="0" noProof="0" dirty="0">
                <a:ln>
                  <a:noFill/>
                </a:ln>
                <a:solidFill>
                  <a:srgbClr val="00999B"/>
                </a:solidFill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秀体验</a:t>
            </a:r>
            <a:endParaRPr kumimoji="0" lang="zh-CN" altLang="en-US" sz="2800" b="1" i="1" u="sng" strike="noStrike" kern="1200" cap="none" spc="0" normalizeH="0" baseline="0" noProof="0" dirty="0">
              <a:ln>
                <a:noFill/>
              </a:ln>
              <a:solidFill>
                <a:srgbClr val="00999B"/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9114972" y="3478636"/>
            <a:ext cx="20307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i="1" u="sng" dirty="0">
                <a:solidFill>
                  <a:srgbClr val="0099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夯认知</a:t>
            </a:r>
            <a:endParaRPr kumimoji="0" lang="zh-CN" altLang="en-US" sz="2800" b="1" i="1" u="sng" strike="noStrike" kern="1200" cap="none" spc="0" normalizeH="0" baseline="0" noProof="0" dirty="0">
              <a:ln>
                <a:noFill/>
              </a:ln>
              <a:solidFill>
                <a:srgbClr val="00999B"/>
              </a:solidFill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1174747" y="4530592"/>
            <a:ext cx="3455898" cy="1739806"/>
          </a:xfrm>
          <a:prstGeom prst="rect">
            <a:avLst/>
          </a:prstGeom>
          <a:noFill/>
          <a:ln w="9525">
            <a:solidFill>
              <a:srgbClr val="0099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4789981" y="4530592"/>
            <a:ext cx="3454875" cy="1739806"/>
          </a:xfrm>
          <a:prstGeom prst="rect">
            <a:avLst/>
          </a:prstGeom>
          <a:noFill/>
          <a:ln w="9525">
            <a:solidFill>
              <a:srgbClr val="0099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8399627" y="4530592"/>
            <a:ext cx="3443268" cy="1739806"/>
          </a:xfrm>
          <a:prstGeom prst="rect">
            <a:avLst/>
          </a:prstGeom>
          <a:noFill/>
          <a:ln w="9525">
            <a:solidFill>
              <a:srgbClr val="0099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1192434" y="4019820"/>
            <a:ext cx="343186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以领导视角释放悬念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建立用户对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OTA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升级的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“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技术好奇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”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与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“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场景想象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”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4788959" y="4019820"/>
            <a:ext cx="345589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打造“武汉</a:t>
            </a:r>
            <a:r>
              <a:rPr lang="en-US" altLang="zh-CN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NOA</a:t>
            </a: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轻生活一日漫游”直播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真实多路况场景体验，引爆用户对</a:t>
            </a:r>
            <a:r>
              <a:rPr lang="en-US" altLang="zh-CN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NOA</a:t>
            </a: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升级即时认同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8405212" y="4019820"/>
            <a:ext cx="345589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权威小</a:t>
            </a:r>
            <a:r>
              <a:rPr lang="en-US" altLang="zh-CN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TVC</a:t>
            </a: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视频深度剖析</a:t>
            </a:r>
            <a:endParaRPr lang="en-US" altLang="zh-CN" sz="11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专业精细讲解，夯实用户对</a:t>
            </a:r>
            <a:r>
              <a:rPr lang="en-US" altLang="zh-CN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OTA</a:t>
            </a: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升级背后的价值认知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1266190" y="4691809"/>
            <a:ext cx="3382645" cy="1349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高管下场，全方位造期待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权威背书</a:t>
            </a: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+ </a:t>
            </a: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用户真实种草</a:t>
            </a:r>
            <a:r>
              <a:rPr lang="zh-CN" altLang="en-US" sz="10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</a:t>
            </a: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个角度设计</a:t>
            </a:r>
            <a:r>
              <a:rPr lang="zh-CN" altLang="en-US" sz="10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两位</a:t>
            </a: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领导预热视频内容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，为本次迭代做权威背书，扩大影响力，展现品牌自信与实力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4818192" y="4586428"/>
            <a:ext cx="3467100" cy="1620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情怀线：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/>
            <a:r>
              <a:rPr lang="zh-CN" altLang="en-US" sz="9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迎合年轻人焦虑痛点，展示</a:t>
            </a:r>
            <a:r>
              <a:rPr lang="en-US" altLang="zh-CN" sz="9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NOA</a:t>
            </a:r>
            <a:r>
              <a:rPr lang="zh-CN" altLang="en-US" sz="9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900" b="1" dirty="0">
                <a:solidFill>
                  <a:srgbClr val="00999B"/>
                </a:solidFill>
                <a:latin typeface="quote-cjk-patch"/>
              </a:rPr>
              <a:t>把“出门”这件事变得轻松</a:t>
            </a:r>
            <a:endParaRPr lang="en-US" altLang="zh-CN" sz="900" b="1" dirty="0">
              <a:solidFill>
                <a:srgbClr val="00999B"/>
              </a:solidFill>
              <a:latin typeface="quote-cjk-patch"/>
            </a:endParaRPr>
          </a:p>
          <a:p>
            <a:pPr lvl="0"/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利用车机（高德、美团）自动规划周五一小时之旅，契合美食美景休闲打造轻生活漫游日。</a:t>
            </a:r>
            <a:endParaRPr lang="en-US" altLang="zh-CN" sz="9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10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技术线：</a:t>
            </a:r>
            <a:endParaRPr lang="en-US" altLang="zh-CN" sz="105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9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城市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高速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NOA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实战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：左岸大道真实路跑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城市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NOA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（自动跟车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停走、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U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型掉头、人车混行、右转占道）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+ 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高快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NOA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（自动变道超车、大车避让、匝道汇入）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9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泊车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+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生活场景融合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：杉杉奥特莱斯跨层记忆泊车无缝衔接后备箱市集、车内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歌、空间展示，完成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“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技术</a:t>
            </a:r>
            <a:r>
              <a:rPr kumimoji="0" lang="en-US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→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生活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”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的情绪跃迁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1174747" y="2433777"/>
            <a:ext cx="10668145" cy="37143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#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奕路进阶，智享新境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奕派 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007+ OTA 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升级全场景体验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8429938" y="4691809"/>
            <a:ext cx="3382645" cy="912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10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硬核</a:t>
            </a:r>
            <a:r>
              <a:rPr lang="en-US" altLang="zh-CN" sz="10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TVC</a:t>
            </a:r>
            <a:r>
              <a:rPr lang="zh-CN" altLang="en-US" sz="10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二创剪辑，细致入微强化认知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解析产品素材进行再包装，生成高质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TVC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内容。以</a:t>
            </a: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专业画面</a:t>
            </a:r>
            <a:r>
              <a:rPr lang="en-US" altLang="zh-CN" sz="10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0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精细讲解</a:t>
            </a:r>
            <a:r>
              <a:rPr lang="zh-CN" altLang="en-US" sz="10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，深度呈现奕派</a:t>
            </a:r>
            <a:r>
              <a:rPr lang="en-US" altLang="zh-CN" sz="10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OTA</a:t>
            </a:r>
            <a:r>
              <a:rPr lang="zh-CN" altLang="en-US" sz="10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升级的技术细节</a:t>
            </a:r>
            <a:endParaRPr kumimoji="0" lang="en-US" altLang="zh-CN" sz="105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490193" y="6304070"/>
            <a:ext cx="480767" cy="32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费用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1174746" y="6304069"/>
            <a:ext cx="10668145" cy="328960"/>
          </a:xfrm>
          <a:prstGeom prst="rect">
            <a:avLst/>
          </a:prstGeom>
          <a:noFill/>
          <a:ln w="9525">
            <a:solidFill>
              <a:srgbClr val="0099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视频</a:t>
            </a:r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*4</a:t>
            </a: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支（</a:t>
            </a:r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万）</a:t>
            </a:r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直播</a:t>
            </a:r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*1</a:t>
            </a: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场（</a:t>
            </a:r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万）</a:t>
            </a:r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总价（</a:t>
            </a:r>
            <a:r>
              <a:rPr lang="en-US" altLang="zh-CN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45</a:t>
            </a:r>
            <a:r>
              <a:rPr lang="zh-CN" altLang="en-US" sz="11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万）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RESOURCE_RECORD_KEY" val="{&quot;10&quot;:[21581733,20251666,20178031],&quot;19&quot;:[20348541]}"/>
</p:tagLst>
</file>

<file path=ppt/theme/theme1.xml><?xml version="1.0" encoding="utf-8"?>
<a:theme xmlns:a="http://schemas.openxmlformats.org/drawingml/2006/main" name="内容页">
  <a:themeElements>
    <a:clrScheme name="自定义 3">
      <a:dk1>
        <a:srgbClr val="000000"/>
      </a:dk1>
      <a:lt1>
        <a:srgbClr val="FFFFFF"/>
      </a:lt1>
      <a:dk2>
        <a:srgbClr val="23272B"/>
      </a:dk2>
      <a:lt2>
        <a:srgbClr val="E7E6E6"/>
      </a:lt2>
      <a:accent1>
        <a:srgbClr val="00999B"/>
      </a:accent1>
      <a:accent2>
        <a:srgbClr val="24272B"/>
      </a:accent2>
      <a:accent3>
        <a:srgbClr val="6BDAD5"/>
      </a:accent3>
      <a:accent4>
        <a:srgbClr val="DCDDDD"/>
      </a:accent4>
      <a:accent5>
        <a:srgbClr val="FCD199"/>
      </a:accent5>
      <a:accent6>
        <a:srgbClr val="FFFFFF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90000"/>
          </a:schemeClr>
        </a:solidFill>
        <a:ln>
          <a:noFill/>
        </a:ln>
      </a:spPr>
      <a:bodyPr wrap="square" lIns="0" tIns="36000" rIns="0" bIns="36000" rtlCol="0" anchor="ctr">
        <a:noAutofit/>
      </a:bodyPr>
      <a:lstStyle>
        <a:defPPr algn="ctr">
          <a:defRPr sz="800" b="1" dirty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2839</Words>
  <Application>WPS 演示</Application>
  <PresentationFormat>宽屏</PresentationFormat>
  <Paragraphs>337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微软雅黑</vt:lpstr>
      <vt:lpstr>微软雅黑 Light</vt:lpstr>
      <vt:lpstr>Calibri Light</vt:lpstr>
      <vt:lpstr>华康金刚黑 Light</vt:lpstr>
      <vt:lpstr>黑体</vt:lpstr>
      <vt:lpstr>quote-cjk-patch</vt:lpstr>
      <vt:lpstr>Segoe Print</vt:lpstr>
      <vt:lpstr>MiSans Medium</vt:lpstr>
      <vt:lpstr>Wingdings</vt:lpstr>
      <vt:lpstr>MiSans</vt:lpstr>
      <vt:lpstr>MiSans Semibold</vt:lpstr>
      <vt:lpstr>微软雅黑</vt:lpstr>
      <vt:lpstr>Arial Unicode MS</vt:lpstr>
      <vt:lpstr>内容页</vt:lpstr>
      <vt:lpstr>1_Office 主题​​</vt:lpstr>
      <vt:lpstr>2026年武汉马拉松直播规划方案——整体直播规划</vt:lpstr>
      <vt:lpstr>OTA传播——新媒体领域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adk</dc:creator>
  <cp:lastModifiedBy>WPS_562553944</cp:lastModifiedBy>
  <cp:revision>395</cp:revision>
  <dcterms:created xsi:type="dcterms:W3CDTF">2026-04-24T02:40:00Z</dcterms:created>
  <dcterms:modified xsi:type="dcterms:W3CDTF">2026-05-07T05:21:10Z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F08BFC52E9914EC4911311A09F15DB3B_13</vt:lpwstr>
  </property>
  <property fmtid="{D5CDD505-2E9C-101B-9397-08002B2CF9AE}" pid="3" name="KSOProductBuildVer">
    <vt:lpwstr>2052-12.1.0.25865</vt:lpwstr>
  </property>
</Properties>
</file>