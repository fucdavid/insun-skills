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78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8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7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u, Yi" initials="" lastIdx="0" clrIdx="0"/>
  <p:cmAuthor id="2" name="MI" initials="M" lastIdx="0" clrIdx="1"/>
  <p:cmAuthor id="3" name="作者" initials="A" lastIdx="0" clrIdx="2"/>
  <p:cmAuthor id="4" name="Administrator" initials="A" lastIdx="0" clrIdx="3"/>
  <p:cmAuthor id="5" name="57466" initials="5" lastIdx="0" clrIdx="4"/>
  <p:cmAuthor id="6" name="李 密" initials="李" lastIdx="0" clrIdx="5"/>
  <p:cmAuthor id="7" name="吴恩泽" initials="吴恩泽" lastIdx="0" clrIdx="6"/>
  <p:cmAuthor id="8" name="陈 鸿" initials="陈" lastIdx="0" clrIdx="7"/>
  <p:cmAuthor id="9" name="梁文丽" initials="梁文丽" lastIdx="0" clrIdx="8"/>
  <p:cmAuthor id="10" name="574660601@qq.com" initials="5" lastIdx="0" clrIdx="9"/>
  <p:cmAuthor id="11" name="delph" initials="d" lastIdx="0" clrIdx="10"/>
  <p:cmAuthor id="12" name="1452310136@qq.com" initials="1" lastIdx="0" clrIdx="11"/>
  <p:cmAuthor id="13" name="ZOUZHIPENG" initials="Z" lastIdx="0" clrIdx="12"/>
  <p:cmAuthor id="14" name="管丽丹" initials="管丽丹" lastIdx="0" clrIdx="13"/>
  <p:cmAuthor id="15" name="HUAWEI" initials="H" lastIdx="0" clrIdx="14"/>
  <p:cmAuthor id="16" name="Admin" initials="A" lastIdx="0" clrIdx="15"/>
  <p:cmAuthor id="17" name="范雨晴 范" initials="范范" lastIdx="0" clrIdx="16"/>
  <p:cmAuthor id="18" name="chenxueyi" initials="c" lastIdx="0" clrIdx="17"/>
  <p:cmAuthor id="19" name="cqca63748" initials="c" lastIdx="0" clrIdx="18"/>
  <p:cmAuthor id="20" name="yangyanxia" initials="y" lastIdx="0" clrIdx="19"/>
  <p:cmAuthor id="21" name="61846" initials="6" lastIdx="0" clrIdx="20"/>
  <p:cmAuthor id="22" name="邓 盘柱" initials="邓" lastIdx="0" clrIdx="21"/>
  <p:cmAuthor id="23" name="Zuo,Ye" initials="Z" lastIdx="0" clrIdx="22"/>
  <p:cmAuthor id="24" name="刘春辉" initials="刘" lastIdx="0" clrIdx="23"/>
  <p:cmAuthor id="25" name="123" initials="1" lastIdx="0" clrIdx="24"/>
  <p:cmAuthor id="26" name="亮亮 王" initials="亮" lastIdx="0" clrIdx="25"/>
  <p:cmAuthor id="27" name="44641" initials="4" lastIdx="0" clrIdx="26"/>
  <p:cmAuthor id="28" name="赵兰玉" initials="赵" lastIdx="0" clrIdx="27"/>
  <p:cmAuthor id="29" name="夏敏" initials="夏" lastIdx="0" clrIdx="28"/>
  <p:cmAuthor id="30" name="陈威(东风汽车集团股份有限公司办公室总务分部)" initials="陈" lastIdx="0" clrIdx="29"/>
  <p:cmAuthor id="31" name="李宏益" initials="李" lastIdx="0" clrIdx="30"/>
  <p:cmAuthor id="32" name="杜娇龙" initials="杜" lastIdx="0" clrIdx="31"/>
  <p:cmAuthor id="33" name="李 刚" initials="" lastIdx="0" clrIdx="32"/>
  <p:cmAuthor id="34" name="洪鸣" initials="洪" lastIdx="0" clrIdx="33"/>
  <p:cmAuthor id="35" name="李 彤彤" initials="" lastIdx="0" clrIdx="34"/>
  <p:cmAuthor id="36" name="Qingyunli" initials="Q" lastIdx="0" clrIdx="35"/>
  <p:cmAuthor id="37" name="Microsoft" initials="" lastIdx="0" clrIdx="36"/>
  <p:cmAuthor id="38" name="mazifeng@dripcar.net" initials="m" lastIdx="0" clrIdx="37"/>
  <p:cmAuthor id="39" name="Katherine Zimoulis" initials="" lastIdx="0" clrIdx="38"/>
  <p:cmAuthor id="40" name="王向羽" initials="王" lastIdx="0" clrIdx="39"/>
  <p:cmAuthor id="41" name="qiyu" initials="q" lastIdx="0" clrIdx="40"/>
  <p:cmAuthor id="42" name="EDZ" initials="E" lastIdx="0" clrIdx="41"/>
  <p:cmAuthor id="43" name="运营" initials="运" lastIdx="0" clrIdx="42"/>
  <p:cmAuthor id="44" name="吴军" initials="吴" lastIdx="0" clrIdx="43"/>
  <p:cmAuthor id="45" name="盛纵运营小组" initials="Office [32]" lastIdx="0" clrIdx="44"/>
  <p:cmAuthor id="46" name="1206988966@qq.com" initials="1" lastIdx="0" clrIdx="45"/>
  <p:cmAuthor id="47" name="番茄花园" initials="番" lastIdx="0" clrIdx="46"/>
  <p:cmAuthor id="48" name="姜伟光" initials="姜" lastIdx="0" clrIdx="47"/>
  <p:cmAuthor id="49" name="evil" initials="e" lastIdx="0" clrIdx="48"/>
  <p:cmAuthor id="50" name=" " initials=" " lastIdx="0" clrIdx="49"/>
  <p:cmAuthor id="51" name="dell" initials="d" lastIdx="0" clrIdx="50"/>
  <p:cmAuthor id="52" name="Apollo-Family" initials="A" lastIdx="0" clrIdx="51"/>
  <p:cmAuthor id="53" name="叶得会" initials="叶" lastIdx="0" clrIdx="52"/>
  <p:cmAuthor id="54" name="likehan" initials="l" lastIdx="0" clrIdx="53"/>
  <p:cmAuthor id="55" name="asus" initials="a" lastIdx="0" clrIdx="54"/>
  <p:cmAuthor id="56" name="未知用户2" initials="未" lastIdx="0" clrIdx="55"/>
  <p:cmAuthor id="57" name="Beta" initials="B" lastIdx="0" clrIdx="56"/>
  <p:cmAuthor id="58" name="未知用户9" initials="未" lastIdx="0" clrIdx="57"/>
  <p:cmAuthor id="59" name="hebing" initials="h" lastIdx="0" clrIdx="58"/>
  <p:cmAuthor id="60" name="USER" initials="U" lastIdx="0" clrIdx="59"/>
  <p:cmAuthor id="61" name="yefei" initials="y" lastIdx="0" clrIdx="60"/>
  <p:cmAuthor id="62" name="未知用户17" initials="未" lastIdx="0" clrIdx="61"/>
  <p:cmAuthor id="63" name="tudoudou" initials="t" lastIdx="0" clrIdx="62"/>
  <p:cmAuthor id="64" name="未知用户18" initials="未" lastIdx="0" clrIdx="63"/>
  <p:cmAuthor id="65" name="未知用户20" initials="未" lastIdx="0" clrIdx="64"/>
  <p:cmAuthor id="66" name="周頔" initials="周" lastIdx="0" clrIdx="65"/>
  <p:cmAuthor id="67" name="未知用户19" initials="未" lastIdx="0" clrIdx="66"/>
  <p:cmAuthor id="68" name="rou" initials="r" lastIdx="0" clrIdx="67"/>
  <p:cmAuthor id="69" name="Lzy" initials="L" lastIdx="0" clrIdx="68"/>
  <p:cmAuthor id="70" name="陈尚文" initials="陈" lastIdx="0" clrIdx="69"/>
  <p:cmAuthor id="71" name="张宏伟" initials="张" lastIdx="0" clrIdx="70"/>
  <p:cmAuthor id="72" name="张 开阔" initials="张" lastIdx="0" clrIdx="71"/>
  <p:cmAuthor id="73" name="刘彤彤" initials="刘" lastIdx="0" clrIdx="72"/>
  <p:cmAuthor id="74" name="admin" initials="a" lastIdx="0" clrIdx="73"/>
  <p:cmAuthor id="75" name="334857932@qq.com" initials="3" lastIdx="0" clrIdx="74"/>
  <p:cmAuthor id="76" name="KC" initials="K" lastIdx="0" clrIdx="75"/>
  <p:cmAuthor id="77" name="Hanna" initials="H" lastIdx="0" clrIdx="76"/>
  <p:cmAuthor id="78" name="DFPV" initials="D" lastIdx="0" clrIdx="77"/>
  <p:cmAuthor id="79" name="Yu.hang.AU" initials="Y" lastIdx="0" clrIdx="78"/>
  <p:cmAuthor id="80" name="Tangzj" initials="T" lastIdx="0" clrIdx="79"/>
  <p:cmAuthor id="81" name="宋少霞" initials="宋" lastIdx="0" clrIdx="80"/>
  <p:cmAuthor id="82" name="二喵麻麻" initials="二" lastIdx="0" clrIdx="81"/>
  <p:cmAuthor id="83" name="张 爱桢" initials="张" lastIdx="0" clrIdx="82"/>
  <p:cmAuthor id="84" name="运 赵" initials="运" lastIdx="0" clrIdx="83"/>
  <p:cmAuthor id="85" name="54688" initials="5" lastIdx="0" clrIdx="84"/>
  <p:cmAuthor id="86" name="ali maher" initials="a" lastIdx="0" clrIdx="85"/>
  <p:cmAuthor id="87" name="EDY" initials="E" lastIdx="0" clrIdx="86"/>
  <p:cmAuthor id="88" name="byd" initials="b" lastIdx="0" clrIdx="87"/>
  <p:cmAuthor id="89" name="别 枋柏" initials="别" lastIdx="0" clrIdx="88"/>
  <p:cmAuthor id="90" name="李创泽_Jf2uyAj6" initials="李" lastIdx="0" clrIdx="89"/>
  <p:cmAuthor id="91" name="骆倩怡_Znauj26B" initials="骆" lastIdx="0" clrIdx="90"/>
  <p:cmAuthor id="92" name="超级塞亚人" initials="超" lastIdx="0" clrIdx="91"/>
  <p:cmAuthor id="93" name="未知用户4" initials="未" lastIdx="0" clrIdx="92"/>
  <p:cmAuthor id="94" name="惠 志行" initials="惠" lastIdx="0" clrIdx="93"/>
  <p:cmAuthor id="95" name="未知用户6" initials="未" lastIdx="0" clrIdx="94"/>
  <p:cmAuthor id="96" name="未知用户7" initials="未" lastIdx="0" clrIdx="95"/>
  <p:cmAuthor id="97" name="未知用户8" initials="未" lastIdx="0" clrIdx="96"/>
  <p:cmAuthor id="98" name="王 晓鹏" initials="王" lastIdx="0" clrIdx="97"/>
  <p:cmAuthor id="99" name="visconti ." initials="v" lastIdx="0" clrIdx="98"/>
  <p:cmAuthor id="100" name="千千美少女" initials="千" lastIdx="0" clrIdx="99"/>
  <p:cmAuthor id="101" name="荣耀" initials="荣" lastIdx="0" clrIdx="100"/>
  <p:cmAuthor id="102" name="姜贝" initials="姜" lastIdx="0" clrIdx="101"/>
  <p:cmAuthor id="103" name="QSW" initials="Q" lastIdx="0" clrIdx="102"/>
  <p:cmAuthor id="104" name="mac" initials="m" lastIdx="0" clrIdx="103"/>
  <p:cmAuthor id="105" name="ZhangYu" initials="Z" lastIdx="0" clrIdx="104"/>
  <p:cmAuthor id="106" name="jing.xue" initials="j" lastIdx="0" clrIdx="105"/>
  <p:cmAuthor id="107" name="86136" initials="8" lastIdx="0" clrIdx="106"/>
  <p:cmAuthor id="108" name="何慧丽" initials="何" lastIdx="0" clrIdx="107"/>
  <p:cmAuthor id="109" name="feng wei" initials="f" lastIdx="0" clrIdx="108"/>
  <p:cmAuthor id="110" name="刘思蜀" initials="刘" lastIdx="0" clrIdx="109"/>
  <p:cmAuthor id="111" name="tkqd" initials="t" lastIdx="0" clrIdx="110"/>
  <p:cmAuthor id="112" name="张祺" initials="张" lastIdx="0" clrIdx="111"/>
  <p:cmAuthor id="113" name="黄玲倩" initials="黄" lastIdx="0" clrIdx="112"/>
  <p:cmAuthor id="114" name="御剑临风" initials="御" lastIdx="0" clrIdx="113"/>
  <p:cmAuthor id="115" name="Bonan Qi" initials="B" lastIdx="0" clrIdx="114"/>
  <p:cmAuthor id="116" name="yaoxiaojun" initials="y" lastIdx="0" clrIdx="115"/>
  <p:cmAuthor id="117" name="zhenwb" initials="z" lastIdx="0" clrIdx="116"/>
  <p:cmAuthor id="118" name="wangcz2" initials="w" lastIdx="0" clrIdx="117"/>
  <p:cmAuthor id="119" name="Power" initials="P" lastIdx="0" clrIdx="118"/>
  <p:cmAuthor id="120" name="tianan" initials="t" lastIdx="0" clrIdx="119"/>
  <p:cmAuthor id="121" name="小玖" initials="小" lastIdx="0" clrIdx="120"/>
  <p:cmAuthor id="122" name="吕震" initials="吕" lastIdx="0" clrIdx="121"/>
  <p:cmAuthor id="123" name="郝崇" initials="郝" lastIdx="0" clrIdx="122"/>
  <p:cmAuthor id="124" name="G6agH0aZng" initials="G" lastIdx="0" clrIdx="123"/>
  <p:cmAuthor id="125" name="未知用户21" initials="未" lastIdx="0" clrIdx="124"/>
  <p:cmAuthor id="126" name="jxgy15" initials="j" lastIdx="0" clrIdx="125"/>
  <p:cmAuthor id="127" name="朱粒" initials="朱" lastIdx="0" clrIdx="126"/>
  <p:cmAuthor id="128" name="张杰" initials="张" lastIdx="0" clrIdx="127"/>
  <p:cmAuthor id="129" name="H1900" initials="H" lastIdx="0" clrIdx="128"/>
  <p:cmAuthor id="130" name="王航" initials="王" lastIdx="0" clrIdx="129"/>
  <p:cmAuthor id="131" name="退堂鼓专业表演艺术家" initials="退" lastIdx="0" clrIdx="130"/>
  <p:cmAuthor id="132" name="回校" initials="回" lastIdx="0" clrIdx="131"/>
  <p:cmAuthor id="133" name="张 上明珠" initials="张" lastIdx="0" clrIdx="132"/>
  <p:cmAuthor id="134" name="安晓敏" initials="安" lastIdx="0" clrIdx="133"/>
  <p:cmAuthor id="135" name="一中 孙" initials="一" lastIdx="0" clrIdx="134"/>
  <p:cmAuthor id="136" name="Sonmus" initials="S" lastIdx="0" clrIdx="135"/>
  <p:cmAuthor id="137" name="谢玲" initials="谢" lastIdx="0" clrIdx="136"/>
  <p:cmAuthor id="138" name="婷 张" initials="婷" lastIdx="0" clrIdx="137"/>
  <p:cmAuthor id="139" name="夏钰璋(智能软件中心)" initials="夏" lastIdx="0" clrIdx="138"/>
  <p:cmAuthor id="140" name="yangdi" initials="y" lastIdx="0" clrIdx="139"/>
  <p:cmAuthor id="141" name="85343" initials="8" lastIdx="0" clrIdx="140"/>
  <p:cmAuthor id="142" name="未知用户28" initials="未" lastIdx="0" clrIdx="141"/>
  <p:cmAuthor id="143" name="未知用户29" initials="未" lastIdx="0" clrIdx="142"/>
  <p:cmAuthor id="144" name="吴晓梅" initials="吴" lastIdx="0" clrIdx="143"/>
  <p:cmAuthor id="145" name="yangkun" initials="y" lastIdx="0" clrIdx="144"/>
  <p:cmAuthor id="146" name="Lenovo User" initials="L" lastIdx="0" clrIdx="145"/>
  <p:cmAuthor id="147" name="hys2" initials="h" lastIdx="0" clrIdx="146"/>
  <p:cmAuthor id="148" name="朱绍春" initials="朱" lastIdx="0" clrIdx="147"/>
  <p:cmAuthor id="149" name="邹洋" initials="邹" lastIdx="0" clrIdx="148"/>
  <p:cmAuthor id="150" name="Han Bo" initials="H" lastIdx="0" clrIdx="149"/>
  <p:cmAuthor id="151" name="贡鑫" initials="贡" lastIdx="0" clrIdx="150"/>
  <p:cmAuthor id="152" name="administrator1" initials="a" lastIdx="0" clrIdx="151"/>
  <p:cmAuthor id="153" name="潘德亮" initials="潘" lastIdx="0" clrIdx="152"/>
  <p:cmAuthor id="154" name="杜雪梅" initials="杜" lastIdx="0" clrIdx="153"/>
  <p:cmAuthor id="155" name="仝德志" initials="仝" lastIdx="0" clrIdx="154"/>
  <p:cmAuthor id="156" name="马静" initials="马" lastIdx="0" clrIdx="155"/>
  <p:cmAuthor id="157" name="liying" initials="l" lastIdx="0" clrIdx="156"/>
  <p:cmAuthor id="158" name="张钦" initials="张" lastIdx="0" clrIdx="157"/>
  <p:cmAuthor id="159" name="nine" initials="n" lastIdx="0" clrIdx="158"/>
  <p:cmAuthor id="160" name="涛娜" initials="涛" lastIdx="0" clrIdx="159"/>
  <p:cmAuthor id="161" name="桓蕾" initials="桓" lastIdx="0" clrIdx="160"/>
  <p:cmAuthor id="162" name="李刚" initials="李" lastIdx="0" clrIdx="161"/>
  <p:cmAuthor id="163" name="wang yuxiao" initials="w" lastIdx="0" clrIdx="162"/>
  <p:cmAuthor id="164" name="鲍华明" initials="鲍" lastIdx="0" clrIdx="163"/>
  <p:cmAuthor id="165" name="刘广艳" initials="刘" lastIdx="0" clrIdx="164"/>
  <p:cmAuthor id="166" name="邹积逊" initials="邹" lastIdx="0" clrIdx="165"/>
  <p:cmAuthor id="167" name="Grayzhang" initials="G" lastIdx="0" clrIdx="166"/>
  <p:cmAuthor id="168" name="aaron" initials="a" lastIdx="0" clrIdx="167"/>
  <p:cmAuthor id="169" name="吕志勇" initials="吕" lastIdx="0" clrIdx="168"/>
  <p:cmAuthor id="170" name="驰鹤 曾" initials="驰鹤" lastIdx="0" clrIdx="169"/>
  <p:cmAuthor id="171" name="韩云飞(东风汽车集团股份有限公司经营管理部经营管理中心)" initials="韩云飞(东风汽车集团股份有限公司经营管理部经营管理中心)" lastIdx="0" clrIdx="170"/>
  <p:cmAuthor id="172" name="胡强（东创紫联）" initials="胡强（东创紫联）" lastIdx="0" clrIdx="171"/>
  <p:cmAuthor id="173" name="lmj__0304@163.com" initials="l" lastIdx="0" clrIdx="172"/>
  <p:cmAuthor id="174" name="微软用户" initials="微" lastIdx="0" clrIdx="173"/>
  <p:cmAuthor id="175" name="yifei" initials="y" lastIdx="0" clrIdx="174"/>
  <p:cmAuthor id="176" name="徐徐的贴心小朱丽" initials="徐" lastIdx="0" clrIdx="175"/>
  <p:cmAuthor id="177" name="江 芷咏" initials="江" lastIdx="0" clrIdx="176"/>
  <p:cmAuthor id="178" name="25127" initials="2" lastIdx="0" clrIdx="177"/>
  <p:cmAuthor id="179" name="DNA" initials="D" lastIdx="0" clrIdx="178"/>
  <p:cmAuthor id="180" name="Chris Kun Yu Lin" initials="C" lastIdx="0" clrIdx="179"/>
  <p:cmAuthor id="181" name="ma yan" initials="my" lastIdx="0" clrIdx="180"/>
  <p:cmAuthor id="182" name="hongjing" initials="h" lastIdx="0" clrIdx="181"/>
  <p:cmAuthor id="183" name="hyrx05" initials="h" lastIdx="0" clrIdx="182"/>
  <p:cmAuthor id="184" name="8204688" initials="8" lastIdx="0" clrIdx="183"/>
  <p:cmAuthor id="185" name="61683" initials="6" lastIdx="0" clrIdx="184"/>
  <p:cmAuthor id="186" name="INNPT" initials="I" lastIdx="0" clrIdx="185"/>
  <p:cmAuthor id="187" name="小梦" initials="小" lastIdx="0" clrIdx="186"/>
  <p:cmAuthor id="188" name="huasiting" initials="h" lastIdx="0" clrIdx="187"/>
  <p:cmAuthor id="189" name="张雁" initials="张" lastIdx="0" clrIdx="188"/>
  <p:cmAuthor id="190" name="陈桂枝" initials="陈" lastIdx="0" clrIdx="189"/>
  <p:cmAuthor id="191" name="未知用户12" initials="未" lastIdx="0" clrIdx="190"/>
  <p:cmAuthor id="192" name="Microsoft 帐户" initials="M" lastIdx="0" clrIdx="191"/>
  <p:cmAuthor id="193" name="刘艳龙" initials="刘" lastIdx="0" clrIdx="192"/>
  <p:cmAuthor id="194" name="李威" initials="李" lastIdx="0" clrIdx="193"/>
  <p:cmAuthor id="195" name="李明" initials="李" lastIdx="0" clrIdx="194"/>
  <p:cmAuthor id="196" name="未知用户1" initials="未" lastIdx="0" clrIdx="195"/>
  <p:cmAuthor id="197" name="朱悦龙" initials="朱" lastIdx="0" clrIdx="196"/>
  <p:cmAuthor id="198" name="吴铁映" initials="吴" lastIdx="0" clrIdx="197"/>
  <p:cmAuthor id="199" name="闫宏超_367feQRJ" initials="authorId_377826930" lastIdx="0" clrIdx="198"/>
  <p:cmAuthor id="200" name="未知用户3" initials="未" lastIdx="0" clrIdx="199"/>
  <p:cmAuthor id="201" name="haixu liu" initials="hl" lastIdx="0" clrIdx="200"/>
  <p:cmAuthor id="202" name="thinkpad" initials="t" lastIdx="0" clrIdx="201"/>
  <p:cmAuthor id="203" name="刘传坤" initials="刘" lastIdx="0" clrIdx="202"/>
  <p:cmAuthor id="204" name="panhong" initials="p" lastIdx="0" clrIdx="203"/>
  <p:cmAuthor id="205" name="未知用户5" initials="未" lastIdx="0" clrIdx="204"/>
  <p:cmAuthor id="206" name="李丽华" initials="李" lastIdx="0" clrIdx="205"/>
  <p:cmAuthor id="207" name="jl liu" initials="j" lastIdx="0" clrIdx="206"/>
  <p:cmAuthor id="208" name="未定义" initials="未" lastIdx="0" clrIdx="207"/>
  <p:cmAuthor id="209" name="张惠" initials="张" lastIdx="0" clrIdx="208"/>
  <p:cmAuthor id="210" name="吴铭锐" initials="吴" lastIdx="0" clrIdx="209"/>
  <p:cmAuthor id="211" name="李百秋" initials="李" lastIdx="0" clrIdx="210"/>
  <p:cmAuthor id="212" name="杨静" initials="杨" lastIdx="0" clrIdx="211"/>
  <p:cmAuthor id="213" name="Zhou, Judy" initials="Z" lastIdx="0" clrIdx="212"/>
  <p:cmAuthor id="214" name="范作霖" initials="范" lastIdx="0" clrIdx="213"/>
  <p:cmAuthor id="215" name="张立鑫" initials="张" lastIdx="0" clrIdx="214"/>
  <p:cmAuthor id="216" name="包珊珊" initials="包" lastIdx="0" clrIdx="215"/>
  <p:cmAuthor id="217" name="YuQing" initials="Y" lastIdx="0" clrIdx="216"/>
  <p:cmAuthor id="218" name="Youwen Sun" initials="Y" lastIdx="0" clrIdx="217"/>
  <p:cmAuthor id="219" name="未知" initials="未" lastIdx="0" clrIdx="218"/>
  <p:cmAuthor id="220" name="周满红" initials="周" lastIdx="0" clrIdx="219"/>
  <p:cmAuthor id="221" name="未知用户10" initials="未" lastIdx="0" clrIdx="220"/>
  <p:cmAuthor id="222" name="未知用户11" initials="未" lastIdx="0" clrIdx="221"/>
  <p:cmAuthor id="223" name="魏永生" initials="魏" lastIdx="0" clrIdx="222"/>
  <p:cmAuthor id="224" name="dingbo" initials="d" lastIdx="0" clrIdx="223"/>
  <p:cmAuthor id="225" name="吴杰" initials="吴" lastIdx="0" clrIdx="224"/>
  <p:cmAuthor id="226" name="刘丽仙" initials="刘" lastIdx="0" clrIdx="225"/>
  <p:cmAuthor id="227" name="陶川" initials="陶" lastIdx="0" clrIdx="226"/>
  <p:cmAuthor id="228" name="杨艳霞" initials="杨" lastIdx="0" clrIdx="227"/>
  <p:cmAuthor id="229" name="吕喜龙" initials="吕" lastIdx="0" clrIdx="228"/>
  <p:cmAuthor id="230" name="朱 祉裕" initials="朱" lastIdx="0" clrIdx="229"/>
  <p:cmAuthor id="231" name="未知用户27" initials="未" lastIdx="0" clrIdx="230"/>
  <p:cmAuthor id="232" name="未知用户30" initials="未" lastIdx="0" clrIdx="231"/>
  <p:cmAuthor id="233" name="孟祥超" initials="孟" lastIdx="0" clrIdx="232"/>
  <p:cmAuthor id="234" name="gw0400395" initials="g" lastIdx="0" clrIdx="233"/>
  <p:cmAuthor id="235" name="孟磊" initials="孟磊" lastIdx="0" clrIdx="234"/>
  <p:cmAuthor id="236" name="12032" initials="1" lastIdx="0" clrIdx="235"/>
  <p:cmAuthor id="237" name="张典姝" initials="D" lastIdx="0" clrIdx="236"/>
  <p:cmAuthor id="238" name="Omilion, Ryan" initials="O" lastIdx="0" clrIdx="237"/>
  <p:cmAuthor id="239" name="user" initials="u" lastIdx="0" clrIdx="238"/>
  <p:cmAuthor id="240" name="Catherine Strahan" initials="C" lastIdx="0" clrIdx="239"/>
  <p:cmAuthor id="241" name="Author" initials="A" lastIdx="0" clrIdx="240"/>
  <p:cmAuthor id="242" name="Dong,Jessie,ShangHai,Wyeth Nutrition CN Medical2" initials="DNCM" lastIdx="0" clrIdx="241"/>
  <p:cmAuthor id="243" name="changan" initials="c" lastIdx="0" clrIdx="24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7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8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ableStyles" Target="tableStyles.xml"/><Relationship Id="rId15" Type="http://schemas.openxmlformats.org/officeDocument/2006/relationships/commentAuthors" Target="comment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同时通过一文多态的方式，短时间内集中铺发稿件，并通过用户视角的内容营造热销氛围，加大正面口碑塑造。预计上市期间完成传播数量</a:t>
            </a:r>
            <a:r>
              <a:rPr lang="en-US" altLang="zh-CN" dirty="0"/>
              <a:t>5000</a:t>
            </a:r>
            <a:r>
              <a:rPr lang="zh-CN" altLang="en-US" dirty="0"/>
              <a:t>条，曝光量</a:t>
            </a:r>
            <a:r>
              <a:rPr lang="en-US" altLang="zh-CN" dirty="0"/>
              <a:t>3000</a:t>
            </a:r>
            <a:r>
              <a:rPr lang="zh-CN" altLang="en-US" dirty="0"/>
              <a:t>万。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ags" Target="../tags/tag57.xml"/><Relationship Id="rId13" Type="http://schemas.openxmlformats.org/officeDocument/2006/relationships/tags" Target="../tags/tag58.xml"/><Relationship Id="rId14" Type="http://schemas.openxmlformats.org/officeDocument/2006/relationships/tags" Target="../tags/tag59.xml"/><Relationship Id="rId15" Type="http://schemas.openxmlformats.org/officeDocument/2006/relationships/tags" Target="../tags/tag60.xml"/><Relationship Id="rId16" Type="http://schemas.openxmlformats.org/officeDocument/2006/relationships/tags" Target="../tags/tag61.xml"/><Relationship Id="rId17" Type="http://schemas.openxmlformats.org/officeDocument/2006/relationships/tags" Target="../tags/tag62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78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image" Target="../media/image69.png"/><Relationship Id="rId7" Type="http://schemas.openxmlformats.org/officeDocument/2006/relationships/image" Target="../media/image70.png"/><Relationship Id="rId8" Type="http://schemas.openxmlformats.org/officeDocument/2006/relationships/slideLayout" Target="../slideLayouts/slideLayout7.xml"/><Relationship Id="rId9" Type="http://schemas.openxmlformats.org/officeDocument/2006/relationships/notesSlide" Target="../notesSlides/notesSlide8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3449003" y="692150"/>
            <a:ext cx="52349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zh-CN" sz="1600" kern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/</a:t>
            </a:r>
            <a:r>
              <a:rPr lang="zh-CN" altLang="en-US" sz="1600" kern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上市期间核心策略举措</a:t>
            </a:r>
            <a:r>
              <a:rPr lang="en-US" altLang="zh-CN" sz="1600" kern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2/</a:t>
            </a:r>
            <a:endParaRPr lang="en-US" altLang="zh-CN" sz="1600" kern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83578" y="1136015"/>
            <a:ext cx="10825480" cy="467995"/>
          </a:xfrm>
          <a:prstGeom prst="rect">
            <a:avLst/>
          </a:prstGeom>
          <a:solidFill>
            <a:srgbClr val="15439F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2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</a:t>
            </a:r>
            <a:r>
              <a:rPr lang="zh-CN" altLang="en-US" sz="2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加大正面传播]</a:t>
            </a: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M9</a:t>
            </a: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上市期内，聚焦资源打造爆款车型，借助海量口碑内容掠夺流量</a:t>
            </a:r>
            <a:endParaRPr lang="zh-CN" alt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83895" y="1729105"/>
            <a:ext cx="5280025" cy="685800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lt"/>
              </a:rPr>
              <a:t>“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lt"/>
              </a:rPr>
              <a:t>一文多态</a:t>
            </a:r>
            <a:r>
              <a:rPr lang="en-US" altLang="zh-CN" sz="1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lt"/>
              </a:rPr>
              <a:t>”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lt"/>
              </a:rPr>
              <a:t>全面占领视野，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lt"/>
                <a:sym typeface="+mn-ea"/>
              </a:rPr>
              <a:t>短时间内集中铺发资讯稿件</a:t>
            </a:r>
            <a:endParaRPr lang="zh-CN" altLang="en-US" sz="16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lt"/>
              <a:sym typeface="+mn-ea"/>
            </a:endParaRPr>
          </a:p>
          <a:p>
            <a:pPr algn="ctr">
              <a:lnSpc>
                <a:spcPct val="100000"/>
              </a:lnSpc>
            </a:pPr>
            <a:r>
              <a:rPr lang="en-US" altLang="zh-CN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lt"/>
                <a:sym typeface="+mn-ea"/>
              </a:rPr>
              <a:t>——</a:t>
            </a:r>
            <a:r>
              <a:rPr lang="zh-CN" altLang="en-US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lt"/>
                <a:sym typeface="+mn-ea"/>
              </a:rPr>
              <a:t>做大流量开口</a:t>
            </a:r>
            <a:r>
              <a:rPr lang="en-US" altLang="zh-CN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lt"/>
                <a:sym typeface="+mn-ea"/>
              </a:rPr>
              <a:t>——</a:t>
            </a:r>
            <a:endParaRPr lang="en-US" altLang="zh-CN" b="1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lt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279515" y="1729105"/>
            <a:ext cx="5280025" cy="685800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lt"/>
              </a:rPr>
              <a:t>“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lt"/>
              </a:rPr>
              <a:t>用户视角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lt"/>
                <a:sym typeface="+mn-ea"/>
              </a:rPr>
              <a:t>内容</a:t>
            </a:r>
            <a:r>
              <a:rPr lang="en-US" altLang="zh-CN" sz="1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lt"/>
              </a:rPr>
              <a:t>”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lt"/>
              </a:rPr>
              <a:t>营造热销氛围，强化购车心智</a:t>
            </a:r>
            <a:endParaRPr lang="zh-CN" altLang="en-US" sz="16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lt"/>
              <a:sym typeface="+mn-ea"/>
            </a:endParaRPr>
          </a:p>
          <a:p>
            <a:pPr algn="ctr">
              <a:lnSpc>
                <a:spcPct val="100000"/>
              </a:lnSpc>
            </a:pPr>
            <a:r>
              <a:rPr lang="en-US" altLang="zh-CN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lt"/>
                <a:sym typeface="+mn-ea"/>
              </a:rPr>
              <a:t>——</a:t>
            </a:r>
            <a:r>
              <a:rPr lang="zh-CN" altLang="en-US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lt"/>
                <a:sym typeface="+mn-ea"/>
              </a:rPr>
              <a:t>引导用户决策</a:t>
            </a:r>
            <a:r>
              <a:rPr lang="en-US" altLang="zh-CN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lt"/>
                <a:sym typeface="+mn-ea"/>
              </a:rPr>
              <a:t>——</a:t>
            </a:r>
            <a:endParaRPr lang="en-US" altLang="zh-CN" b="1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lt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95" y="2505075"/>
            <a:ext cx="2600325" cy="413448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245" y="2505075"/>
            <a:ext cx="2648585" cy="413448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9415" y="2970530"/>
            <a:ext cx="1945005" cy="308483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4220" y="3861435"/>
            <a:ext cx="1926590" cy="283527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9515" y="2506345"/>
            <a:ext cx="2634615" cy="415925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7085" y="2506345"/>
            <a:ext cx="3132455" cy="4159885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2755075" y="5494548"/>
            <a:ext cx="6745185" cy="6858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预计上市期间完成传播数量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5000+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，预计曝光量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3000W+</a:t>
            </a:r>
            <a:endParaRPr lang="en-US" altLang="zh-CN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78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2057</Words>
  <Application>WPS 演示</Application>
  <PresentationFormat>宽屏</PresentationFormat>
  <Paragraphs>300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宋体</vt:lpstr>
      <vt:lpstr>Wingdings</vt:lpstr>
      <vt:lpstr>Wingdings</vt:lpstr>
      <vt:lpstr>微软雅黑</vt:lpstr>
      <vt:lpstr>MiSans Medium</vt:lpstr>
      <vt:lpstr>Arial Unicode MS</vt:lpstr>
      <vt:lpstr>Calibri</vt:lpstr>
      <vt:lpstr>汉仪雅酷黑 75W</vt:lpstr>
      <vt:lpstr>黑体</vt:lpstr>
      <vt:lpstr>Microsoft JhengHei UI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WPS_562553944</cp:lastModifiedBy>
  <cp:revision>163</cp:revision>
  <dcterms:created xsi:type="dcterms:W3CDTF">2019-06-19T02:08:00Z</dcterms:created>
  <dcterms:modified xsi:type="dcterms:W3CDTF">2026-05-07T05:13:08Z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6D0808CAB0734C6BB9872C963F1AA3F6_11</vt:lpwstr>
  </property>
</Properties>
</file>