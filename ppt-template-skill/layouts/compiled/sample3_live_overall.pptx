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3"/>
  </p:sldMasterIdLst>
  <p:notesMasterIdLst>
    <p:notesMasterId r:id="rId7"/>
  </p:notesMasterIdLst>
  <p:handoutMasterIdLst>
    <p:handoutMasterId r:id="rId9"/>
  </p:handoutMasterIdLst>
  <p:sldIdLst>
    <p:sldId id="16776031" r:id="rId4"/>
  </p:sldIdLst>
  <p:sldSz cx="12192000" cy="6858000"/>
  <p:notesSz cx="6858000" cy="9144000"/>
  <p:custDataLst>
    <p:tags r:id="rId1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792" userDrawn="1">
          <p15:clr>
            <a:srgbClr val="A4A3A4"/>
          </p15:clr>
        </p15:guide>
        <p15:guide id="3" orient="horz" pos="7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xueyi" initials="c" lastIdx="0" clrIdx="0"/>
  <p:cmAuthor id="2" name="Administrator" initials="A" lastIdx="0" clrIdx="1"/>
  <p:cmAuthor id="3" name="cqca63748" initials="c" lastIdx="0" clrIdx="2"/>
  <p:cmAuthor id="4" name="yangyanxia" initials="y" lastIdx="0" clrIdx="3"/>
  <p:cmAuthor id="5" name="61846" initials="6" lastIdx="0" clrIdx="4"/>
  <p:cmAuthor id="6" name="邓 盘柱" initials="邓" lastIdx="0" clrIdx="5"/>
  <p:cmAuthor id="7" name="Zuo,Ye" initials="Z" lastIdx="0" clrIdx="6"/>
  <p:cmAuthor id="8" name="刘春辉" initials="刘" lastIdx="0" clrIdx="7"/>
  <p:cmAuthor id="9" name="123" initials="1" lastIdx="0" clrIdx="8"/>
  <p:cmAuthor id="10" name="亮亮 王" initials="亮" lastIdx="0" clrIdx="9"/>
  <p:cmAuthor id="11" name="44641" initials="4" lastIdx="0" clrIdx="10"/>
  <p:cmAuthor id="12" name="赵兰玉" initials="赵" lastIdx="0" clrIdx="11"/>
  <p:cmAuthor id="13" name="夏敏" initials="夏" lastIdx="0" clrIdx="12"/>
  <p:cmAuthor id="14" name="陈威(东风汽车集团股份有限公司办公室总务分部)" initials="陈" lastIdx="0" clrIdx="13"/>
  <p:cmAuthor id="15" name="李宏益" initials="李" lastIdx="0" clrIdx="14"/>
  <p:cmAuthor id="16" name="杜娇龙" initials="杜" lastIdx="0" clrIdx="15"/>
  <p:cmAuthor id="17" name="李 刚" initials="" lastIdx="0" clrIdx="16"/>
  <p:cmAuthor id="18" name="洪鸣" initials="洪" lastIdx="0" clrIdx="17"/>
  <p:cmAuthor id="19" name="李 彤彤" initials="" lastIdx="0" clrIdx="18"/>
  <p:cmAuthor id="20" name="Qingyunli" initials="Q" lastIdx="0" clrIdx="19"/>
  <p:cmAuthor id="21" name="Microsoft" initials="" lastIdx="0" clrIdx="20"/>
  <p:cmAuthor id="22" name="mazifeng@dripcar.net" initials="m" lastIdx="0" clrIdx="21"/>
  <p:cmAuthor id="23" name="Katherine Zimoulis" initials="" lastIdx="0" clrIdx="22"/>
  <p:cmAuthor id="24" name="王向羽" initials="王" lastIdx="0" clrIdx="23"/>
  <p:cmAuthor id="25" name="qiyu" initials="q" lastIdx="0" clrIdx="24"/>
  <p:cmAuthor id="26" name="EDZ" initials="E" lastIdx="0" clrIdx="25"/>
  <p:cmAuthor id="27" name="运营" initials="运" lastIdx="0" clrIdx="26"/>
  <p:cmAuthor id="28" name="吴军" initials="吴" lastIdx="0" clrIdx="27"/>
  <p:cmAuthor id="29" name="盛纵运营小组" initials="Office [32]" lastIdx="0" clrIdx="28"/>
  <p:cmAuthor id="30" name="1206988966@qq.com" initials="1" lastIdx="0" clrIdx="29"/>
  <p:cmAuthor id="31" name="番茄花园" initials="番" lastIdx="0" clrIdx="30"/>
  <p:cmAuthor id="32" name="姜伟光" initials="姜" lastIdx="0" clrIdx="31"/>
  <p:cmAuthor id="33" name="evil" initials="e" lastIdx="0" clrIdx="32"/>
  <p:cmAuthor id="34" name=" " initials=" " lastIdx="0" clrIdx="33"/>
  <p:cmAuthor id="35" name="dell" initials="d" lastIdx="0" clrIdx="34"/>
  <p:cmAuthor id="36" name="Apollo-Family" initials="A" lastIdx="0" clrIdx="35"/>
  <p:cmAuthor id="37" name="叶得会" initials="叶" lastIdx="0" clrIdx="36"/>
  <p:cmAuthor id="38" name="likehan" initials="l" lastIdx="0" clrIdx="37"/>
  <p:cmAuthor id="39" name="asus" initials="a" lastIdx="0" clrIdx="38"/>
  <p:cmAuthor id="40" name="未知用户2" initials="未" lastIdx="0" clrIdx="39"/>
  <p:cmAuthor id="41" name="Beta" initials="B" lastIdx="0" clrIdx="40"/>
  <p:cmAuthor id="42" name="未知用户9" initials="未" lastIdx="0" clrIdx="41"/>
  <p:cmAuthor id="43" name="hebing" initials="h" lastIdx="0" clrIdx="42"/>
  <p:cmAuthor id="44" name="USER" initials="U" lastIdx="0" clrIdx="43"/>
  <p:cmAuthor id="45" name="yefei" initials="y" lastIdx="0" clrIdx="44"/>
  <p:cmAuthor id="46" name="未知用户17" initials="未" lastIdx="0" clrIdx="45"/>
  <p:cmAuthor id="47" name="tudoudou" initials="t" lastIdx="0" clrIdx="46"/>
  <p:cmAuthor id="48" name="未知用户18" initials="未" lastIdx="0" clrIdx="47"/>
  <p:cmAuthor id="49" name="未知用户20" initials="未" lastIdx="0" clrIdx="48"/>
  <p:cmAuthor id="50" name="周頔" initials="周" lastIdx="0" clrIdx="49"/>
  <p:cmAuthor id="51" name="未知用户19" initials="未" lastIdx="0" clrIdx="50"/>
  <p:cmAuthor id="52" name="rou" initials="r" lastIdx="0" clrIdx="51"/>
  <p:cmAuthor id="53" name="Lzy" initials="L" lastIdx="0" clrIdx="52"/>
  <p:cmAuthor id="54" name="陈尚文" initials="陈" lastIdx="0" clrIdx="53"/>
  <p:cmAuthor id="55" name="张宏伟" initials="张" lastIdx="0" clrIdx="54"/>
  <p:cmAuthor id="56" name="张 开阔" initials="张" lastIdx="0" clrIdx="55"/>
  <p:cmAuthor id="57" name="刘彤彤" initials="刘" lastIdx="0" clrIdx="56"/>
  <p:cmAuthor id="58" name="admin" initials="a" lastIdx="0" clrIdx="57"/>
  <p:cmAuthor id="59" name="334857932@qq.com" initials="3" lastIdx="0" clrIdx="58"/>
  <p:cmAuthor id="60" name="KC" initials="K" lastIdx="0" clrIdx="59"/>
  <p:cmAuthor id="61" name="Hanna" initials="H" lastIdx="0" clrIdx="60"/>
  <p:cmAuthor id="62" name="DFPV" initials="D" lastIdx="0" clrIdx="61"/>
  <p:cmAuthor id="63" name="Yu.hang.AU" initials="Y" lastIdx="0" clrIdx="62"/>
  <p:cmAuthor id="64" name="Tangzj" initials="T" lastIdx="0" clrIdx="63"/>
  <p:cmAuthor id="65" name="宋少霞" initials="宋" lastIdx="0" clrIdx="64"/>
  <p:cmAuthor id="66" name="二喵麻麻" initials="二" lastIdx="0" clrIdx="65"/>
  <p:cmAuthor id="67" name="张 爱桢" initials="张" lastIdx="0" clrIdx="66"/>
  <p:cmAuthor id="68" name="运 赵" initials="运" lastIdx="0" clrIdx="67"/>
  <p:cmAuthor id="69" name="54688" initials="5" lastIdx="0" clrIdx="68"/>
  <p:cmAuthor id="70" name="ali maher" initials="a" lastIdx="0" clrIdx="69"/>
  <p:cmAuthor id="71" name="EDY" initials="E" lastIdx="0" clrIdx="70"/>
  <p:cmAuthor id="72" name="byd" initials="b" lastIdx="0" clrIdx="71"/>
  <p:cmAuthor id="73" name="别 枋柏" initials="别" lastIdx="0" clrIdx="72"/>
  <p:cmAuthor id="74" name="李创泽_Jf2uyAj6" initials="李" lastIdx="0" clrIdx="73"/>
  <p:cmAuthor id="75" name="骆倩怡_Znauj26B" initials="骆" lastIdx="0" clrIdx="74"/>
  <p:cmAuthor id="76" name="超级塞亚人" initials="超" lastIdx="0" clrIdx="75"/>
  <p:cmAuthor id="77" name="未知用户4" initials="未" lastIdx="0" clrIdx="76"/>
  <p:cmAuthor id="78" name="惠 志行" initials="惠" lastIdx="0" clrIdx="77"/>
  <p:cmAuthor id="79" name="未知用户6" initials="未" lastIdx="0" clrIdx="78"/>
  <p:cmAuthor id="80" name="未知用户7" initials="未" lastIdx="0" clrIdx="79"/>
  <p:cmAuthor id="81" name="未知用户8" initials="未" lastIdx="0" clrIdx="80"/>
  <p:cmAuthor id="82" name="王 晓鹏" initials="王" lastIdx="0" clrIdx="81"/>
  <p:cmAuthor id="83" name="visconti ." initials="v" lastIdx="0" clrIdx="82"/>
  <p:cmAuthor id="84" name="千千美少女" initials="千" lastIdx="0" clrIdx="83"/>
  <p:cmAuthor id="85" name="荣耀" initials="荣" lastIdx="0" clrIdx="84"/>
  <p:cmAuthor id="86" name="姜贝" initials="姜" lastIdx="0" clrIdx="85"/>
  <p:cmAuthor id="87" name="QSW" initials="Q" lastIdx="0" clrIdx="86"/>
  <p:cmAuthor id="88" name="mac" initials="m" lastIdx="0" clrIdx="87"/>
  <p:cmAuthor id="89" name="ZhangYu" initials="Z" lastIdx="0" clrIdx="88"/>
  <p:cmAuthor id="90" name="jing.xue" initials="j" lastIdx="0" clrIdx="89"/>
  <p:cmAuthor id="91" name="86136" initials="8" lastIdx="0" clrIdx="90"/>
  <p:cmAuthor id="92" name="何慧丽" initials="何" lastIdx="0" clrIdx="91"/>
  <p:cmAuthor id="93" name="feng wei" initials="f" lastIdx="0" clrIdx="92"/>
  <p:cmAuthor id="94" name="刘思蜀" initials="刘" lastIdx="0" clrIdx="93"/>
  <p:cmAuthor id="95" name="tkqd" initials="t" lastIdx="0" clrIdx="94"/>
  <p:cmAuthor id="96" name="张祺" initials="张" lastIdx="0" clrIdx="95"/>
  <p:cmAuthor id="97" name="黄玲倩" initials="黄" lastIdx="0" clrIdx="96"/>
  <p:cmAuthor id="98" name="御剑临风" initials="御" lastIdx="0" clrIdx="97"/>
  <p:cmAuthor id="99" name="Bonan Qi" initials="B" lastIdx="0" clrIdx="98"/>
  <p:cmAuthor id="100" name="yaoxiaojun" initials="y" lastIdx="0" clrIdx="99"/>
  <p:cmAuthor id="101" name="zhenwb" initials="z" lastIdx="0" clrIdx="100"/>
  <p:cmAuthor id="102" name="wangcz2" initials="w" lastIdx="0" clrIdx="101"/>
  <p:cmAuthor id="103" name="Power" initials="P" lastIdx="0" clrIdx="102"/>
  <p:cmAuthor id="104" name="tianan" initials="t" lastIdx="0" clrIdx="103"/>
  <p:cmAuthor id="105" name="小玖" initials="小" lastIdx="0" clrIdx="104"/>
  <p:cmAuthor id="106" name="吕震" initials="吕" lastIdx="0" clrIdx="105"/>
  <p:cmAuthor id="107" name="郝崇" initials="郝" lastIdx="0" clrIdx="106"/>
  <p:cmAuthor id="108" name="G6agH0aZng" initials="G" lastIdx="0" clrIdx="107"/>
  <p:cmAuthor id="109" name="未知用户21" initials="未" lastIdx="0" clrIdx="108"/>
  <p:cmAuthor id="110" name="jxgy15" initials="j" lastIdx="0" clrIdx="109"/>
  <p:cmAuthor id="111" name="朱粒" initials="朱" lastIdx="0" clrIdx="110"/>
  <p:cmAuthor id="112" name="张杰" initials="张" lastIdx="0" clrIdx="111"/>
  <p:cmAuthor id="113" name="H1900" initials="H" lastIdx="0" clrIdx="112"/>
  <p:cmAuthor id="114" name="王航" initials="王" lastIdx="0" clrIdx="113"/>
  <p:cmAuthor id="115" name="退堂鼓专业表演艺术家" initials="退" lastIdx="0" clrIdx="114"/>
  <p:cmAuthor id="116" name="回校" initials="回" lastIdx="0" clrIdx="115"/>
  <p:cmAuthor id="117" name="作者" initials="作" lastIdx="0" clrIdx="116"/>
  <p:cmAuthor id="118" name="张 上明珠" initials="张" lastIdx="0" clrIdx="117"/>
  <p:cmAuthor id="119" name="安晓敏" initials="安" lastIdx="0" clrIdx="118"/>
  <p:cmAuthor id="120" name="一中 孙" initials="一" lastIdx="0" clrIdx="119"/>
  <p:cmAuthor id="121" name="Sonmus" initials="S" lastIdx="0" clrIdx="120"/>
  <p:cmAuthor id="122" name="谢玲" initials="谢" lastIdx="0" clrIdx="121"/>
  <p:cmAuthor id="123" name="婷 张" initials="婷" lastIdx="0" clrIdx="122"/>
  <p:cmAuthor id="124" name="夏钰璋(智能软件中心)" initials="夏" lastIdx="0" clrIdx="123"/>
  <p:cmAuthor id="125" name="yangdi" initials="y" lastIdx="0" clrIdx="124"/>
  <p:cmAuthor id="126" name="85343" initials="8" lastIdx="0" clrIdx="125"/>
  <p:cmAuthor id="127" name="未知用户28" initials="未" lastIdx="0" clrIdx="126"/>
  <p:cmAuthor id="128" name="未知用户29" initials="未" lastIdx="0" clrIdx="127"/>
  <p:cmAuthor id="129" name="吴晓梅" initials="吴" lastIdx="0" clrIdx="128"/>
  <p:cmAuthor id="130" name="yangkun" initials="y" lastIdx="0" clrIdx="129"/>
  <p:cmAuthor id="131" name="Lenovo User" initials="L" lastIdx="0" clrIdx="130"/>
  <p:cmAuthor id="132" name="hys2" initials="h" lastIdx="0" clrIdx="131"/>
  <p:cmAuthor id="133" name="朱绍春" initials="朱" lastIdx="0" clrIdx="132"/>
  <p:cmAuthor id="134" name="邹洋" initials="邹" lastIdx="0" clrIdx="133"/>
  <p:cmAuthor id="135" name="Han Bo" initials="H" lastIdx="0" clrIdx="134"/>
  <p:cmAuthor id="136" name="贡鑫" initials="贡" lastIdx="0" clrIdx="135"/>
  <p:cmAuthor id="137" name="administrator1" initials="a" lastIdx="0" clrIdx="136"/>
  <p:cmAuthor id="138" name="潘德亮" initials="潘" lastIdx="0" clrIdx="137"/>
  <p:cmAuthor id="139" name="杜雪梅" initials="杜" lastIdx="0" clrIdx="138"/>
  <p:cmAuthor id="140" name="仝德志" initials="仝" lastIdx="0" clrIdx="139"/>
  <p:cmAuthor id="141" name="马静" initials="马" lastIdx="0" clrIdx="140"/>
  <p:cmAuthor id="142" name="liying" initials="l" lastIdx="0" clrIdx="141"/>
  <p:cmAuthor id="143" name="张钦" initials="张" lastIdx="0" clrIdx="142"/>
  <p:cmAuthor id="144" name="nine" initials="n" lastIdx="0" clrIdx="143"/>
  <p:cmAuthor id="145" name="涛娜" initials="涛" lastIdx="0" clrIdx="144"/>
  <p:cmAuthor id="146" name="桓蕾" initials="桓" lastIdx="0" clrIdx="145"/>
  <p:cmAuthor id="147" name="李刚" initials="李" lastIdx="0" clrIdx="146"/>
  <p:cmAuthor id="148" name="wang yuxiao" initials="w" lastIdx="0" clrIdx="147"/>
  <p:cmAuthor id="149" name="鲍华明" initials="鲍" lastIdx="0" clrIdx="148"/>
  <p:cmAuthor id="150" name="刘广艳" initials="刘" lastIdx="0" clrIdx="149"/>
  <p:cmAuthor id="151" name="邹积逊" initials="邹" lastIdx="0" clrIdx="150"/>
  <p:cmAuthor id="152" name="Grayzhang" initials="G" lastIdx="0" clrIdx="151"/>
  <p:cmAuthor id="153" name="aaron" initials="a" lastIdx="0" clrIdx="152"/>
  <p:cmAuthor id="154" name="吕志勇" initials="吕" lastIdx="0" clrIdx="153"/>
  <p:cmAuthor id="155" name="驰鹤 曾" initials="驰鹤" lastIdx="0" clrIdx="154"/>
  <p:cmAuthor id="156" name="韩云飞(东风汽车集团股份有限公司经营管理部经营管理中心)" initials="韩云飞(东风汽车集团股份有限公司经营管理部经营管理中心)" lastIdx="0" clrIdx="155"/>
  <p:cmAuthor id="157" name="胡强（东创紫联）" initials="胡强（东创紫联）" lastIdx="0" clrIdx="156"/>
  <p:cmAuthor id="158" name="lmj__0304@163.com" initials="l" lastIdx="0" clrIdx="157"/>
  <p:cmAuthor id="159" name="微软用户" initials="微" lastIdx="0" clrIdx="158"/>
  <p:cmAuthor id="160" name="yifei" initials="y" lastIdx="0" clrIdx="159"/>
  <p:cmAuthor id="161" name="徐徐的贴心小朱丽" initials="徐" lastIdx="0" clrIdx="160"/>
  <p:cmAuthor id="162" name="江 芷咏" initials="江" lastIdx="0" clrIdx="161"/>
  <p:cmAuthor id="163" name="25127" initials="2" lastIdx="0" clrIdx="162"/>
  <p:cmAuthor id="164" name="DNA" initials="D" lastIdx="0" clrIdx="163"/>
  <p:cmAuthor id="165" name="Chris Kun Yu Lin" initials="C" lastIdx="0" clrIdx="164"/>
  <p:cmAuthor id="166" name="ma yan" initials="my" lastIdx="0" clrIdx="165"/>
  <p:cmAuthor id="167" name="hongjing" initials="h" lastIdx="0" clrIdx="166"/>
  <p:cmAuthor id="168" name="hyrx05" initials="h" lastIdx="0" clrIdx="167"/>
  <p:cmAuthor id="169" name="8204688" initials="8" lastIdx="0" clrIdx="168"/>
  <p:cmAuthor id="170" name="61683" initials="6" lastIdx="0" clrIdx="169"/>
  <p:cmAuthor id="171" name="INNPT" initials="I" lastIdx="0" clrIdx="170"/>
  <p:cmAuthor id="172" name="小梦" initials="小" lastIdx="0" clrIdx="171"/>
  <p:cmAuthor id="173" name="huasiting" initials="h" lastIdx="0" clrIdx="172"/>
  <p:cmAuthor id="174" name="张雁" initials="张" lastIdx="0" clrIdx="173"/>
  <p:cmAuthor id="175" name="陈桂枝" initials="陈" lastIdx="0" clrIdx="174"/>
  <p:cmAuthor id="176" name="未知用户12" initials="未" lastIdx="0" clrIdx="175"/>
  <p:cmAuthor id="177" name="Microsoft 帐户" initials="M" lastIdx="0" clrIdx="176"/>
  <p:cmAuthor id="178" name="刘艳龙" initials="刘" lastIdx="0" clrIdx="177"/>
  <p:cmAuthor id="179" name="李威" initials="李" lastIdx="0" clrIdx="178"/>
  <p:cmAuthor id="180" name="李明" initials="李" lastIdx="0" clrIdx="179"/>
  <p:cmAuthor id="181" name="未知用户1" initials="未" lastIdx="0" clrIdx="180"/>
  <p:cmAuthor id="182" name="朱悦龙" initials="朱" lastIdx="0" clrIdx="181"/>
  <p:cmAuthor id="183" name="吴铁映" initials="吴" lastIdx="0" clrIdx="182"/>
  <p:cmAuthor id="184" name="闫宏超_367feQRJ" initials="authorId_377826930" lastIdx="0" clrIdx="183"/>
  <p:cmAuthor id="185" name="未知用户3" initials="未" lastIdx="0" clrIdx="184"/>
  <p:cmAuthor id="186" name="haixu liu" initials="hl" lastIdx="0" clrIdx="185"/>
  <p:cmAuthor id="187" name="thinkpad" initials="t" lastIdx="0" clrIdx="186"/>
  <p:cmAuthor id="188" name="刘传坤" initials="刘" lastIdx="0" clrIdx="187"/>
  <p:cmAuthor id="189" name="panhong" initials="p" lastIdx="0" clrIdx="188"/>
  <p:cmAuthor id="190" name="未知用户5" initials="未" lastIdx="0" clrIdx="189"/>
  <p:cmAuthor id="191" name="李丽华" initials="李" lastIdx="0" clrIdx="190"/>
  <p:cmAuthor id="192" name="jl liu" initials="j" lastIdx="0" clrIdx="191"/>
  <p:cmAuthor id="193" name="未定义" initials="未" lastIdx="0" clrIdx="192"/>
  <p:cmAuthor id="194" name="张惠" initials="张" lastIdx="0" clrIdx="193"/>
  <p:cmAuthor id="195" name="吴铭锐" initials="吴" lastIdx="0" clrIdx="194"/>
  <p:cmAuthor id="196" name="李百秋" initials="李" lastIdx="0" clrIdx="195"/>
  <p:cmAuthor id="197" name="杨静" initials="杨" lastIdx="0" clrIdx="196"/>
  <p:cmAuthor id="198" name="Zhou, Judy" initials="Z" lastIdx="0" clrIdx="197"/>
  <p:cmAuthor id="199" name="范作霖" initials="范" lastIdx="0" clrIdx="198"/>
  <p:cmAuthor id="200" name="张立鑫" initials="张" lastIdx="0" clrIdx="199"/>
  <p:cmAuthor id="201" name="包珊珊" initials="包" lastIdx="0" clrIdx="200"/>
  <p:cmAuthor id="202" name="YuQing" initials="Y" lastIdx="0" clrIdx="201"/>
  <p:cmAuthor id="203" name="Youwen Sun" initials="Y" lastIdx="0" clrIdx="202"/>
  <p:cmAuthor id="204" name="未知" initials="未" lastIdx="0" clrIdx="203"/>
  <p:cmAuthor id="205" name="周满红" initials="周" lastIdx="0" clrIdx="204"/>
  <p:cmAuthor id="206" name="未知用户10" initials="未" lastIdx="0" clrIdx="205"/>
  <p:cmAuthor id="207" name="未知用户11" initials="未" lastIdx="0" clrIdx="206"/>
  <p:cmAuthor id="208" name="魏永生" initials="魏" lastIdx="0" clrIdx="207"/>
  <p:cmAuthor id="209" name="dingbo" initials="d" lastIdx="0" clrIdx="208"/>
  <p:cmAuthor id="210" name="吴杰" initials="吴" lastIdx="0" clrIdx="209"/>
  <p:cmAuthor id="211" name="刘丽仙" initials="刘" lastIdx="0" clrIdx="210"/>
  <p:cmAuthor id="212" name="陶川" initials="陶" lastIdx="0" clrIdx="211"/>
  <p:cmAuthor id="213" name="杨艳霞" initials="杨" lastIdx="0" clrIdx="212"/>
  <p:cmAuthor id="214" name="吕喜龙" initials="吕" lastIdx="0" clrIdx="213"/>
  <p:cmAuthor id="215" name="朱 祉裕" initials="朱" lastIdx="0" clrIdx="214"/>
  <p:cmAuthor id="216" name="未知用户27" initials="未" lastIdx="0" clrIdx="215"/>
  <p:cmAuthor id="217" name="未知用户30" initials="未" lastIdx="0" clrIdx="216"/>
  <p:cmAuthor id="218" name="孟祥超" initials="孟" lastIdx="0" clrIdx="217"/>
  <p:cmAuthor id="219" name="gw0400395" initials="g" lastIdx="0" clrIdx="218"/>
  <p:cmAuthor id="220" name="孟磊" initials="孟磊" lastIdx="0" clrIdx="219"/>
  <p:cmAuthor id="221" name="12032" initials="1" lastIdx="0" clrIdx="220"/>
  <p:cmAuthor id="222" name="张典姝" initials="D" lastIdx="0" clrIdx="221"/>
  <p:cmAuthor id="223" name="Omilion, Ryan" initials="O" lastIdx="0" clrIdx="222"/>
  <p:cmAuthor id="224" name="user" initials="u" lastIdx="0" clrIdx="223"/>
  <p:cmAuthor id="225" name="Catherine Strahan" initials="C" lastIdx="0" clrIdx="224"/>
  <p:cmAuthor id="226" name="Author" initials="A" lastIdx="0" clrIdx="225"/>
  <p:cmAuthor id="227" name="Dong,Jessie,ShangHai,Wyeth Nutrition CN Medical2" initials="DNCM" lastIdx="0" clrIdx="226"/>
  <p:cmAuthor id="228" name="changan" initials="c" lastIdx="0" clrIdx="2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29D"/>
    <a:srgbClr val="A6E9E6"/>
    <a:srgbClr val="70C6C4"/>
    <a:srgbClr val="FEE5A8"/>
    <a:srgbClr val="FBBE03"/>
    <a:srgbClr val="00999B"/>
    <a:srgbClr val="595959"/>
    <a:srgbClr val="FABE00"/>
    <a:srgbClr val="FDD876"/>
    <a:srgbClr val="232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589" autoAdjust="0"/>
  </p:normalViewPr>
  <p:slideViewPr>
    <p:cSldViewPr snapToGrid="0" showGuides="1">
      <p:cViewPr varScale="1">
        <p:scale>
          <a:sx n="74" d="100"/>
          <a:sy n="74" d="100"/>
        </p:scale>
        <p:origin x="711" y="42"/>
      </p:cViewPr>
      <p:guideLst>
        <p:guide orient="horz" pos="2120"/>
        <p:guide pos="3792"/>
        <p:guide orient="horz" pos="7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1D3CD28-A404-C54A-A07E-63CF6FE9B26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7CBD8FB-0D5C-754D-9070-98292124EB2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2E487C1-43F7-D04A-8639-0AFE251AF26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89436A80-0B72-2348-B1B7-B3F747005A2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image" Target="../media/image9.png"/><Relationship Id="rId12" Type="http://schemas.openxmlformats.org/officeDocument/2006/relationships/tags" Target="../tags/tag10.xml"/><Relationship Id="rId1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  <a:ln>
            <a:noFill/>
          </a:ln>
        </p:spPr>
      </p:pic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701114" y="2710340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lang="zh-CN" altLang="en-US" sz="3400" b="1" kern="1200" spc="500" baseline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727620" y="4899303"/>
            <a:ext cx="4736756" cy="87534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lang="zh-CN" altLang="en-US" sz="1200" b="0" i="0" kern="1200" spc="300" dirty="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5109325" y="785906"/>
            <a:ext cx="1756378" cy="4222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线连接符 6"/>
          <p:cNvCxnSpPr/>
          <p:nvPr userDrawn="1"/>
        </p:nvCxnSpPr>
        <p:spPr>
          <a:xfrm>
            <a:off x="6176210" y="5836170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 hasCustomPrompt="1"/>
          </p:nvPr>
        </p:nvSpPr>
        <p:spPr>
          <a:xfrm>
            <a:off x="6096000" y="1613768"/>
            <a:ext cx="4709611" cy="669016"/>
          </a:xfrm>
          <a:prstGeom prst="rect">
            <a:avLst/>
          </a:prstGeom>
        </p:spPr>
        <p:txBody>
          <a:bodyPr anchor="ctr"/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kumimoji="1" lang="zh-CN" altLang="en-US" dirty="0"/>
              <a:t>一、这是一个标题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2639975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二、这是一个标题</a:t>
            </a:r>
            <a:endParaRPr kumimoji="1" lang="zh-CN" altLang="en-US" dirty="0"/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676616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三、这是一个标题</a:t>
            </a:r>
            <a:endParaRPr kumimoji="1" lang="zh-CN" altLang="en-US" dirty="0"/>
          </a:p>
        </p:txBody>
      </p:sp>
      <p:sp>
        <p:nvSpPr>
          <p:cNvPr id="21" name="文本占位符 15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713258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四、这是一个标题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-25031"/>
            <a:ext cx="12246432" cy="6883031"/>
          </a:xfrm>
          <a:prstGeom prst="rect">
            <a:avLst/>
          </a:prstGeom>
        </p:spPr>
      </p:pic>
      <p:cxnSp>
        <p:nvCxnSpPr>
          <p:cNvPr id="15" name="直线连接符 14"/>
          <p:cNvCxnSpPr/>
          <p:nvPr userDrawn="1"/>
        </p:nvCxnSpPr>
        <p:spPr>
          <a:xfrm>
            <a:off x="943107" y="4343398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838200" y="3178153"/>
            <a:ext cx="6190397" cy="708047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0">
                <a:solidFill>
                  <a:schemeClr val="tx2"/>
                </a:solidFill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hqprint"/>
          <a:srcRect l="-2"/>
          <a:stretch>
            <a:fillRect/>
          </a:stretch>
        </p:blipFill>
        <p:spPr>
          <a:xfrm rot="5400000">
            <a:off x="5953760" y="635527"/>
            <a:ext cx="284477" cy="12192002"/>
          </a:xfrm>
          <a:prstGeom prst="rect">
            <a:avLst/>
          </a:prstGeom>
        </p:spPr>
      </p:pic>
      <p:cxnSp>
        <p:nvCxnSpPr>
          <p:cNvPr id="8" name="直线连接符 14"/>
          <p:cNvCxnSpPr/>
          <p:nvPr userDrawn="1"/>
        </p:nvCxnSpPr>
        <p:spPr>
          <a:xfrm>
            <a:off x="443370" y="693298"/>
            <a:ext cx="2577627" cy="0"/>
          </a:xfrm>
          <a:prstGeom prst="line">
            <a:avLst/>
          </a:prstGeom>
          <a:ln w="9525">
            <a:solidFill>
              <a:srgbClr val="009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 userDrawn="1"/>
        </p:nvCxnSpPr>
        <p:spPr>
          <a:xfrm>
            <a:off x="3123385" y="693298"/>
            <a:ext cx="1440000" cy="0"/>
          </a:xfrm>
          <a:prstGeom prst="line">
            <a:avLst/>
          </a:prstGeom>
          <a:ln w="9525">
            <a:solidFill>
              <a:srgbClr val="F7C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6"/>
          <p:cNvCxnSpPr/>
          <p:nvPr userDrawn="1"/>
        </p:nvCxnSpPr>
        <p:spPr>
          <a:xfrm>
            <a:off x="4574307" y="693298"/>
            <a:ext cx="7183801" cy="0"/>
          </a:xfrm>
          <a:prstGeom prst="line">
            <a:avLst/>
          </a:prstGeom>
          <a:ln w="9525">
            <a:solidFill>
              <a:srgbClr val="232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11528752" y="6574934"/>
            <a:ext cx="516511" cy="223177"/>
          </a:xfrm>
          <a:prstGeom prst="rect">
            <a:avLst/>
          </a:prstGeom>
        </p:spPr>
        <p:txBody>
          <a:bodyPr wrap="square" numCol="1" anchor="ctr" anchorCtr="0" compatLnSpc="1"/>
          <a:lstStyle>
            <a:lvl1pPr algn="ctr">
              <a:defRPr sz="6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9F851988-1733-A44B-9269-CB53F13FC16E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标题 2"/>
          <p:cNvSpPr>
            <a:spLocks noGrp="1"/>
          </p:cNvSpPr>
          <p:nvPr>
            <p:ph type="title" hasCustomPrompt="1"/>
          </p:nvPr>
        </p:nvSpPr>
        <p:spPr>
          <a:xfrm>
            <a:off x="359991" y="249336"/>
            <a:ext cx="10143033" cy="443962"/>
          </a:xfrm>
          <a:prstGeom prst="rect">
            <a:avLst/>
          </a:prstGeom>
        </p:spPr>
        <p:txBody>
          <a:bodyPr anchor="ctr"/>
          <a:lstStyle>
            <a:lvl1pPr>
              <a:defRPr sz="2000" b="1" i="0" spc="300">
                <a:solidFill>
                  <a:srgbClr val="23272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10156190" y="219075"/>
            <a:ext cx="1612900" cy="38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714672" y="2803006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4000" b="0" spc="5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cxnSp>
        <p:nvCxnSpPr>
          <p:cNvPr id="6" name="直线连接符 6"/>
          <p:cNvCxnSpPr/>
          <p:nvPr userDrawn="1"/>
        </p:nvCxnSpPr>
        <p:spPr>
          <a:xfrm>
            <a:off x="5659558" y="3702871"/>
            <a:ext cx="90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5235792" y="5974914"/>
            <a:ext cx="1753732" cy="242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1" cy="6858000"/>
          </a:xfrm>
          <a:prstGeom prst="rect">
            <a:avLst/>
          </a:prstGeom>
          <a:solidFill>
            <a:srgbClr val="E9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-773430" y="255905"/>
            <a:ext cx="452120" cy="1588770"/>
            <a:chOff x="-1218" y="403"/>
            <a:chExt cx="712" cy="2502"/>
          </a:xfrm>
        </p:grpSpPr>
        <p:sp>
          <p:nvSpPr>
            <p:cNvPr id="3" name="矩形 2"/>
            <p:cNvSpPr/>
            <p:nvPr userDrawn="1">
              <p:custDataLst>
                <p:tags r:id="rId3"/>
              </p:custDataLst>
            </p:nvPr>
          </p:nvSpPr>
          <p:spPr>
            <a:xfrm>
              <a:off x="-1218" y="403"/>
              <a:ext cx="713" cy="402"/>
            </a:xfrm>
            <a:prstGeom prst="rect">
              <a:avLst/>
            </a:prstGeom>
            <a:solidFill>
              <a:srgbClr val="92959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 userDrawn="1">
              <p:custDataLst>
                <p:tags r:id="rId4"/>
              </p:custDataLst>
            </p:nvPr>
          </p:nvSpPr>
          <p:spPr>
            <a:xfrm>
              <a:off x="-1218" y="928"/>
              <a:ext cx="713" cy="402"/>
            </a:xfrm>
            <a:prstGeom prst="rect">
              <a:avLst/>
            </a:prstGeom>
            <a:solidFill>
              <a:srgbClr val="00929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 userDrawn="1">
              <p:custDataLst>
                <p:tags r:id="rId5"/>
              </p:custDataLst>
            </p:nvPr>
          </p:nvSpPr>
          <p:spPr>
            <a:xfrm>
              <a:off x="-1218" y="1453"/>
              <a:ext cx="713" cy="402"/>
            </a:xfrm>
            <a:prstGeom prst="rect">
              <a:avLst/>
            </a:prstGeom>
            <a:solidFill>
              <a:srgbClr val="CA3D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>
              <p:custDataLst>
                <p:tags r:id="rId6"/>
              </p:custDataLst>
            </p:nvPr>
          </p:nvSpPr>
          <p:spPr>
            <a:xfrm>
              <a:off x="-1218" y="1978"/>
              <a:ext cx="713" cy="402"/>
            </a:xfrm>
            <a:prstGeom prst="rect">
              <a:avLst/>
            </a:prstGeom>
            <a:solidFill>
              <a:srgbClr val="277B5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7"/>
              </p:custDataLst>
            </p:nvPr>
          </p:nvSpPr>
          <p:spPr>
            <a:xfrm>
              <a:off x="-1218" y="2503"/>
              <a:ext cx="713" cy="402"/>
            </a:xfrm>
            <a:prstGeom prst="rect">
              <a:avLst/>
            </a:prstGeom>
            <a:solidFill>
              <a:srgbClr val="8CC9C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11432855" y="6509965"/>
            <a:ext cx="558418" cy="273844"/>
          </a:xfrm>
          <a:prstGeom prst="rect">
            <a:avLst/>
          </a:prstGeom>
        </p:spPr>
        <p:txBody>
          <a:bodyPr anchor="ctr"/>
          <a:lstStyle>
            <a:lvl1pPr algn="r">
              <a:defRPr sz="935">
                <a:solidFill>
                  <a:srgbClr val="0A3170"/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79095" y="6439535"/>
            <a:ext cx="1250950" cy="273050"/>
            <a:chOff x="597" y="10260"/>
            <a:chExt cx="1970" cy="430"/>
          </a:xfrm>
        </p:grpSpPr>
        <p:sp>
          <p:nvSpPr>
            <p:cNvPr id="16" name="圆角矩形 15"/>
            <p:cNvSpPr/>
            <p:nvPr userDrawn="1">
              <p:custDataLst>
                <p:tags r:id="rId9"/>
              </p:custDataLst>
            </p:nvPr>
          </p:nvSpPr>
          <p:spPr>
            <a:xfrm>
              <a:off x="597" y="10303"/>
              <a:ext cx="1875" cy="337"/>
            </a:xfrm>
            <a:prstGeom prst="roundRect">
              <a:avLst>
                <a:gd name="adj" fmla="val 50000"/>
              </a:avLst>
            </a:prstGeom>
            <a:solidFill>
              <a:srgbClr val="92959A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7" name="Date Placeholder 3"/>
            <p:cNvSpPr txBox="1"/>
            <p:nvPr userDrawn="1">
              <p:custDataLst>
                <p:tags r:id="rId10"/>
              </p:custDataLst>
            </p:nvPr>
          </p:nvSpPr>
          <p:spPr>
            <a:xfrm>
              <a:off x="597" y="10260"/>
              <a:ext cx="1970" cy="431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lang="en-US" sz="8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35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品质丨智慧丨和悦</a:t>
              </a:r>
              <a:endParaRPr lang="en-US" altLang="zh-CN" sz="935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2" name="图片 1" descr="11.27-ppt"/>
          <p:cNvPicPr>
            <a:picLocks noChangeAspect="1"/>
          </p:cNvPicPr>
          <p:nvPr userDrawn="1"/>
        </p:nvPicPr>
        <p:blipFill>
          <a:blip r:embed="rId11" cstate="screen"/>
          <a:stretch>
            <a:fillRect/>
          </a:stretch>
        </p:blipFill>
        <p:spPr>
          <a:xfrm>
            <a:off x="476250" y="302260"/>
            <a:ext cx="360045" cy="377190"/>
          </a:xfrm>
          <a:prstGeom prst="rect">
            <a:avLst/>
          </a:prstGeom>
        </p:spPr>
      </p:pic>
      <p:sp>
        <p:nvSpPr>
          <p:cNvPr id="18" name="标题 2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842010" y="255905"/>
            <a:ext cx="7317105" cy="47942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</a:t>
            </a:r>
            <a:r>
              <a:rPr lang="en-US" altLang="zh-CN" dirty="0"/>
              <a:t>24</a:t>
            </a:r>
            <a:r>
              <a:rPr lang="zh-CN" altLang="en-US" dirty="0"/>
              <a:t>号加粗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13" cstate="screen"/>
          <a:stretch>
            <a:fillRect/>
          </a:stretch>
        </p:blipFill>
        <p:spPr>
          <a:xfrm>
            <a:off x="9772871" y="302400"/>
            <a:ext cx="2111268" cy="25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" descr="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050"/>
            <a:ext cx="1219200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52" y="19050"/>
            <a:ext cx="3176448" cy="615700"/>
          </a:xfrm>
          <a:prstGeom prst="rect">
            <a:avLst/>
          </a:prstGeom>
        </p:spPr>
      </p:pic>
      <p:sp>
        <p:nvSpPr>
          <p:cNvPr id="1048597" name="标题 1"/>
          <p:cNvSpPr>
            <a:spLocks noGrp="1"/>
          </p:cNvSpPr>
          <p:nvPr>
            <p:ph type="title" hasCustomPrompt="1"/>
          </p:nvPr>
        </p:nvSpPr>
        <p:spPr>
          <a:xfrm>
            <a:off x="252000" y="127462"/>
            <a:ext cx="6854194" cy="402995"/>
          </a:xfrm>
          <a:noFill/>
        </p:spPr>
        <p:txBody>
          <a:bodyPr wrap="square" rtlCol="0">
            <a:spAutoFit/>
          </a:bodyPr>
          <a:lstStyle>
            <a:lvl1pPr>
              <a:def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104859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473825"/>
            <a:ext cx="2743200" cy="365125"/>
          </a:xfrm>
        </p:spPr>
        <p:txBody>
          <a:bodyPr/>
          <a:lstStyle>
            <a:lvl1pPr algn="ctr"/>
          </a:lstStyle>
          <a:p>
            <a:fld id="{A857BF7A-CBA3-4C13-95C6-C472A8C42299}" type="slidenum">
              <a:rPr lang="zh-CN" altLang="en-US" smtClean="0"/>
            </a:fld>
            <a:endParaRPr lang="zh-CN" altLang="en-US"/>
          </a:p>
        </p:txBody>
      </p:sp>
      <p:pic>
        <p:nvPicPr>
          <p:cNvPr id="2097156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41677" y="121571"/>
            <a:ext cx="2790798" cy="4106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  <a:ln>
            <a:noFill/>
          </a:ln>
        </p:spPr>
      </p:pic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701114" y="2710340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lang="zh-CN" altLang="en-US" sz="3400" b="1" kern="1200" spc="500" baseline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727620" y="4899303"/>
            <a:ext cx="4736756" cy="87534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lang="zh-CN" altLang="en-US" sz="1200" b="0" i="0" kern="1200" spc="300" dirty="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5109325" y="785906"/>
            <a:ext cx="1756378" cy="4222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线连接符 6"/>
          <p:cNvCxnSpPr/>
          <p:nvPr userDrawn="1"/>
        </p:nvCxnSpPr>
        <p:spPr>
          <a:xfrm>
            <a:off x="6176210" y="5836170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 hasCustomPrompt="1"/>
          </p:nvPr>
        </p:nvSpPr>
        <p:spPr>
          <a:xfrm>
            <a:off x="6096000" y="1613768"/>
            <a:ext cx="4709611" cy="669016"/>
          </a:xfrm>
          <a:prstGeom prst="rect">
            <a:avLst/>
          </a:prstGeom>
        </p:spPr>
        <p:txBody>
          <a:bodyPr anchor="ctr"/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kumimoji="1" lang="zh-CN" altLang="en-US" dirty="0"/>
              <a:t>一、这是一个标题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2639975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二、这是一个标题</a:t>
            </a:r>
            <a:endParaRPr kumimoji="1" lang="zh-CN" altLang="en-US" dirty="0"/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676616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三、这是一个标题</a:t>
            </a:r>
            <a:endParaRPr kumimoji="1" lang="zh-CN" altLang="en-US" dirty="0"/>
          </a:p>
        </p:txBody>
      </p:sp>
      <p:sp>
        <p:nvSpPr>
          <p:cNvPr id="21" name="文本占位符 15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713258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四、这是一个标题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-25031"/>
            <a:ext cx="12246432" cy="6883031"/>
          </a:xfrm>
          <a:prstGeom prst="rect">
            <a:avLst/>
          </a:prstGeom>
        </p:spPr>
      </p:pic>
      <p:cxnSp>
        <p:nvCxnSpPr>
          <p:cNvPr id="15" name="直线连接符 14"/>
          <p:cNvCxnSpPr/>
          <p:nvPr userDrawn="1"/>
        </p:nvCxnSpPr>
        <p:spPr>
          <a:xfrm>
            <a:off x="943107" y="4343398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838200" y="3178153"/>
            <a:ext cx="6190397" cy="708047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0">
                <a:solidFill>
                  <a:schemeClr val="tx2"/>
                </a:solidFill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hqprint"/>
          <a:srcRect l="-2"/>
          <a:stretch>
            <a:fillRect/>
          </a:stretch>
        </p:blipFill>
        <p:spPr>
          <a:xfrm rot="5400000">
            <a:off x="5953760" y="635527"/>
            <a:ext cx="284477" cy="12192002"/>
          </a:xfrm>
          <a:prstGeom prst="rect">
            <a:avLst/>
          </a:prstGeom>
        </p:spPr>
      </p:pic>
      <p:cxnSp>
        <p:nvCxnSpPr>
          <p:cNvPr id="8" name="直线连接符 14"/>
          <p:cNvCxnSpPr/>
          <p:nvPr userDrawn="1"/>
        </p:nvCxnSpPr>
        <p:spPr>
          <a:xfrm>
            <a:off x="443370" y="693298"/>
            <a:ext cx="2577627" cy="0"/>
          </a:xfrm>
          <a:prstGeom prst="line">
            <a:avLst/>
          </a:prstGeom>
          <a:ln w="9525">
            <a:solidFill>
              <a:srgbClr val="009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 userDrawn="1"/>
        </p:nvCxnSpPr>
        <p:spPr>
          <a:xfrm>
            <a:off x="3123385" y="693298"/>
            <a:ext cx="1440000" cy="0"/>
          </a:xfrm>
          <a:prstGeom prst="line">
            <a:avLst/>
          </a:prstGeom>
          <a:ln w="9525">
            <a:solidFill>
              <a:srgbClr val="F7C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6"/>
          <p:cNvCxnSpPr/>
          <p:nvPr userDrawn="1"/>
        </p:nvCxnSpPr>
        <p:spPr>
          <a:xfrm>
            <a:off x="4574307" y="693298"/>
            <a:ext cx="7183801" cy="0"/>
          </a:xfrm>
          <a:prstGeom prst="line">
            <a:avLst/>
          </a:prstGeom>
          <a:ln w="9525">
            <a:solidFill>
              <a:srgbClr val="232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11528752" y="6574934"/>
            <a:ext cx="516511" cy="223177"/>
          </a:xfrm>
          <a:prstGeom prst="rect">
            <a:avLst/>
          </a:prstGeom>
        </p:spPr>
        <p:txBody>
          <a:bodyPr wrap="square" numCol="1" anchor="ctr" anchorCtr="0" compatLnSpc="1"/>
          <a:lstStyle>
            <a:lvl1pPr algn="ctr">
              <a:defRPr sz="6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9F851988-1733-A44B-9269-CB53F13FC16E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标题 2"/>
          <p:cNvSpPr>
            <a:spLocks noGrp="1"/>
          </p:cNvSpPr>
          <p:nvPr>
            <p:ph type="title" hasCustomPrompt="1"/>
          </p:nvPr>
        </p:nvSpPr>
        <p:spPr>
          <a:xfrm>
            <a:off x="359991" y="249336"/>
            <a:ext cx="10143033" cy="443962"/>
          </a:xfrm>
          <a:prstGeom prst="rect">
            <a:avLst/>
          </a:prstGeom>
        </p:spPr>
        <p:txBody>
          <a:bodyPr anchor="ctr"/>
          <a:lstStyle>
            <a:lvl1pPr>
              <a:defRPr sz="2000" b="1" i="0" spc="300">
                <a:solidFill>
                  <a:srgbClr val="23272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10156190" y="219075"/>
            <a:ext cx="1612900" cy="38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714672" y="2803006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4000" b="0" spc="5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cxnSp>
        <p:nvCxnSpPr>
          <p:cNvPr id="6" name="直线连接符 6"/>
          <p:cNvCxnSpPr/>
          <p:nvPr userDrawn="1"/>
        </p:nvCxnSpPr>
        <p:spPr>
          <a:xfrm>
            <a:off x="5659558" y="3702871"/>
            <a:ext cx="90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5235792" y="5974914"/>
            <a:ext cx="1753732" cy="242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78293" y="400168"/>
            <a:ext cx="9507739" cy="474277"/>
          </a:xfrm>
        </p:spPr>
        <p:txBody>
          <a:bodyPr>
            <a:noAutofit/>
          </a:bodyPr>
          <a:lstStyle>
            <a:lvl1pPr>
              <a:defRPr sz="2000"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75267" y="362049"/>
            <a:ext cx="543429" cy="397374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模版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533601" y="6464274"/>
            <a:ext cx="456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99A6AF"/>
                </a:solidFill>
                <a:latin typeface="华康金刚黑 Light" panose="020B0300000000000000" pitchFamily="34" charset="-122"/>
                <a:ea typeface="华康金刚黑 Light" panose="020B0300000000000000" pitchFamily="34" charset="-122"/>
                <a:cs typeface="华康金刚黑 Light" panose="020B0300000000000000" pitchFamily="34" charset="-122"/>
              </a:defRPr>
            </a:lvl1pPr>
          </a:lstStyle>
          <a:p>
            <a:fld id="{5364C7E2-CC0F-4541-BF88-9AC8AD9B9BB1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5" name="日期占位符 12"/>
          <p:cNvSpPr>
            <a:spLocks noGrp="1"/>
          </p:cNvSpPr>
          <p:nvPr>
            <p:ph type="dt" sz="half" idx="2"/>
          </p:nvPr>
        </p:nvSpPr>
        <p:spPr>
          <a:xfrm>
            <a:off x="5679928" y="6489116"/>
            <a:ext cx="1074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rgbClr val="99A6AF"/>
                </a:solidFill>
                <a:latin typeface="华康金刚黑 Light" panose="020B0300000000000000" pitchFamily="34" charset="-122"/>
                <a:ea typeface="华康金刚黑 Light" panose="020B0300000000000000" pitchFamily="34" charset="-122"/>
                <a:cs typeface="华康金刚黑 Light" panose="020B0300000000000000" pitchFamily="34" charset="-122"/>
              </a:defRPr>
            </a:lvl1pPr>
          </a:lstStyle>
          <a:p>
            <a:fld id="{3B98F9DC-11EB-084E-BFEA-A6290D2587C7}" type="datetime1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页脚占位符 9"/>
          <p:cNvSpPr>
            <a:spLocks noGrp="1"/>
          </p:cNvSpPr>
          <p:nvPr>
            <p:ph type="ftr" sz="quarter" idx="3"/>
          </p:nvPr>
        </p:nvSpPr>
        <p:spPr>
          <a:xfrm>
            <a:off x="222469" y="6492875"/>
            <a:ext cx="1810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rgbClr val="99A6AF"/>
                </a:solidFill>
                <a:latin typeface="华康金刚黑 Light" panose="020B0300000000000000" pitchFamily="34" charset="-122"/>
                <a:ea typeface="华康金刚黑 Light" panose="020B0300000000000000" pitchFamily="34" charset="-122"/>
                <a:cs typeface="华康金刚黑 Light" panose="020B0300000000000000" pitchFamily="34" charset="-122"/>
              </a:defRPr>
            </a:lvl1pPr>
          </a:lstStyle>
          <a:p>
            <a:r>
              <a:rPr kumimoji="1" lang="en-US" altLang="zh-CN" dirty="0"/>
              <a:t>VOYAH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3204" cy="2096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image" Target="../media/image18.png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252663" y="0"/>
            <a:ext cx="168441" cy="6858000"/>
            <a:chOff x="-288759" y="0"/>
            <a:chExt cx="204537" cy="6412832"/>
          </a:xfrm>
        </p:grpSpPr>
        <p:sp>
          <p:nvSpPr>
            <p:cNvPr id="56" name="矩形 55"/>
            <p:cNvSpPr/>
            <p:nvPr userDrawn="1"/>
          </p:nvSpPr>
          <p:spPr>
            <a:xfrm>
              <a:off x="-288759" y="0"/>
              <a:ext cx="204537" cy="995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7" name="矩形 56"/>
            <p:cNvSpPr/>
            <p:nvPr userDrawn="1"/>
          </p:nvSpPr>
          <p:spPr>
            <a:xfrm>
              <a:off x="-288759" y="1083396"/>
              <a:ext cx="204537" cy="995852"/>
            </a:xfrm>
            <a:prstGeom prst="rect">
              <a:avLst/>
            </a:prstGeom>
            <a:solidFill>
              <a:srgbClr val="232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8" name="矩形 57"/>
            <p:cNvSpPr/>
            <p:nvPr userDrawn="1"/>
          </p:nvSpPr>
          <p:spPr>
            <a:xfrm>
              <a:off x="-288759" y="2166792"/>
              <a:ext cx="204537" cy="995852"/>
            </a:xfrm>
            <a:prstGeom prst="rect">
              <a:avLst/>
            </a:prstGeom>
            <a:solidFill>
              <a:schemeClr val="bg1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矩形 58"/>
            <p:cNvSpPr/>
            <p:nvPr userDrawn="1"/>
          </p:nvSpPr>
          <p:spPr>
            <a:xfrm>
              <a:off x="-288759" y="5416980"/>
              <a:ext cx="204537" cy="995852"/>
            </a:xfrm>
            <a:prstGeom prst="rect">
              <a:avLst/>
            </a:prstGeom>
            <a:solidFill>
              <a:srgbClr val="DCDDDD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矩形 59"/>
            <p:cNvSpPr/>
            <p:nvPr userDrawn="1"/>
          </p:nvSpPr>
          <p:spPr>
            <a:xfrm>
              <a:off x="-288759" y="3250188"/>
              <a:ext cx="204537" cy="995852"/>
            </a:xfrm>
            <a:prstGeom prst="rect">
              <a:avLst/>
            </a:prstGeom>
            <a:solidFill>
              <a:srgbClr val="70C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1" name="矩形 60"/>
            <p:cNvSpPr/>
            <p:nvPr userDrawn="1"/>
          </p:nvSpPr>
          <p:spPr>
            <a:xfrm>
              <a:off x="-288759" y="4333584"/>
              <a:ext cx="204537" cy="995852"/>
            </a:xfrm>
            <a:prstGeom prst="rect">
              <a:avLst/>
            </a:prstGeom>
            <a:solidFill>
              <a:srgbClr val="FAB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2284241" y="0"/>
            <a:ext cx="168441" cy="6858000"/>
            <a:chOff x="-288759" y="0"/>
            <a:chExt cx="204537" cy="6412832"/>
          </a:xfrm>
        </p:grpSpPr>
        <p:sp>
          <p:nvSpPr>
            <p:cNvPr id="33" name="矩形 32"/>
            <p:cNvSpPr/>
            <p:nvPr userDrawn="1"/>
          </p:nvSpPr>
          <p:spPr>
            <a:xfrm>
              <a:off x="-288759" y="0"/>
              <a:ext cx="204537" cy="995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-288759" y="1083396"/>
              <a:ext cx="204537" cy="995852"/>
            </a:xfrm>
            <a:prstGeom prst="rect">
              <a:avLst/>
            </a:prstGeom>
            <a:solidFill>
              <a:srgbClr val="232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-288759" y="2166792"/>
              <a:ext cx="204537" cy="995852"/>
            </a:xfrm>
            <a:prstGeom prst="rect">
              <a:avLst/>
            </a:prstGeom>
            <a:solidFill>
              <a:schemeClr val="bg1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-288759" y="5416980"/>
              <a:ext cx="204537" cy="995852"/>
            </a:xfrm>
            <a:prstGeom prst="rect">
              <a:avLst/>
            </a:prstGeom>
            <a:solidFill>
              <a:srgbClr val="DCDDDD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-288759" y="3250188"/>
              <a:ext cx="204537" cy="995852"/>
            </a:xfrm>
            <a:prstGeom prst="rect">
              <a:avLst/>
            </a:prstGeom>
            <a:solidFill>
              <a:srgbClr val="70C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矩形 37"/>
            <p:cNvSpPr/>
            <p:nvPr userDrawn="1"/>
          </p:nvSpPr>
          <p:spPr>
            <a:xfrm>
              <a:off x="-288759" y="4333584"/>
              <a:ext cx="204537" cy="995852"/>
            </a:xfrm>
            <a:prstGeom prst="rect">
              <a:avLst/>
            </a:prstGeom>
            <a:solidFill>
              <a:srgbClr val="FAB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06400" y="760095"/>
            <a:ext cx="11464925" cy="0"/>
          </a:xfrm>
          <a:prstGeom prst="line">
            <a:avLst/>
          </a:prstGeom>
          <a:ln w="12700" cap="flat" cmpd="sng">
            <a:gradFill>
              <a:gsLst>
                <a:gs pos="0">
                  <a:srgbClr val="69E1FA"/>
                </a:gs>
                <a:gs pos="100000">
                  <a:srgbClr val="FE5D37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 descr="资源 3@2x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537700" y="377190"/>
            <a:ext cx="2347595" cy="2597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2026</a:t>
            </a:r>
            <a:r>
              <a:rPr lang="zh-CN" altLang="en-US" dirty="0">
                <a:sym typeface="+mn-ea"/>
              </a:rPr>
              <a:t>年武汉马拉松</a:t>
            </a:r>
            <a:r>
              <a:rPr dirty="0">
                <a:sym typeface="+mn-ea"/>
              </a:rPr>
              <a:t>直播</a:t>
            </a:r>
            <a:r>
              <a:rPr lang="zh-CN" altLang="en-US" dirty="0">
                <a:sym typeface="+mn-ea"/>
              </a:rPr>
              <a:t>规划</a:t>
            </a:r>
            <a:r>
              <a:rPr dirty="0">
                <a:sym typeface="+mn-ea"/>
              </a:rPr>
              <a:t>方案</a:t>
            </a:r>
            <a:r>
              <a:rPr lang="zh-CN" dirty="0">
                <a:sym typeface="+mn-ea"/>
              </a:rPr>
              <a:t>——</a:t>
            </a:r>
            <a:r>
              <a:rPr lang="zh-CN" altLang="en-US" dirty="0"/>
              <a:t>整体直播规划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57200" y="779172"/>
            <a:ext cx="11372045" cy="547352"/>
          </a:xfrm>
          <a:prstGeom prst="rect">
            <a:avLst/>
          </a:prstGeom>
          <a:solidFill>
            <a:srgbClr val="A6E9E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群樱荟萃，奕起出发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跟着汉马跑进春天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7199" y="2245225"/>
            <a:ext cx="532325" cy="3254053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lIns="0" tIns="36000" rIns="0" bIns="3600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4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直播线</a:t>
            </a:r>
            <a:endParaRPr kumimoji="0" lang="en-US" altLang="zh-CN" sz="1200" b="0" i="0" u="none" strike="noStrike" kern="1200" cap="none" spc="4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199" y="5555070"/>
            <a:ext cx="532325" cy="1163064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lIns="0" tIns="36000" rIns="0" bIns="3600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4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视频线</a:t>
            </a:r>
            <a:endParaRPr kumimoji="0" lang="en-US" altLang="zh-CN" sz="1200" b="0" i="0" u="none" strike="noStrike" kern="1200" cap="none" spc="4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199" y="1412400"/>
            <a:ext cx="532327" cy="3412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6000" rIns="0" bIns="3600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目的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189" y="1412400"/>
            <a:ext cx="10786056" cy="3412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6000" rIns="0" bIns="3600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借势马拉松热度，通过“体育精神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产品性能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用户体验”的结合，软性植入奕派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007+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奕派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007/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奕派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008/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纳米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车核心卖点。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198" y="1818060"/>
            <a:ext cx="532327" cy="3412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6000" rIns="0" bIns="3600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43189" y="1803043"/>
            <a:ext cx="10786056" cy="3412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6000" rIns="0" bIns="3600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做“赛道外的狂欢”，把奕派直播间变成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跑者的“第二打卡点”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观众的“赛事唠嗑间”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，过程中巧妙植入品牌及车型优势点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43189" y="5157989"/>
            <a:ext cx="10786056" cy="341289"/>
          </a:xfrm>
          <a:prstGeom prst="rect">
            <a:avLst/>
          </a:prstGeom>
          <a:solidFill>
            <a:srgbClr val="A6E9E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福利互动：每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分钟一次倒计时口令福袋“东风奕派，马力全开”（抖币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汉马周边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奕派商城周边）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043188" y="2245225"/>
            <a:ext cx="10771755" cy="2861247"/>
            <a:chOff x="1043189" y="2245225"/>
            <a:chExt cx="7127982" cy="2861247"/>
          </a:xfrm>
        </p:grpSpPr>
        <p:sp>
          <p:nvSpPr>
            <p:cNvPr id="2" name="矩形 1"/>
            <p:cNvSpPr/>
            <p:nvPr/>
          </p:nvSpPr>
          <p:spPr>
            <a:xfrm>
              <a:off x="1043189" y="2247363"/>
              <a:ext cx="3469911" cy="328411"/>
            </a:xfrm>
            <a:prstGeom prst="rect">
              <a:avLst/>
            </a:prstGeom>
            <a:noFill/>
            <a:ln>
              <a:solidFill>
                <a:srgbClr val="009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36000" rtlCol="0" anchor="ctr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rgbClr val="0092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3.19  </a:t>
              </a:r>
              <a:r>
                <a:rPr lang="zh-CN" altLang="en-US" sz="1200" b="1" dirty="0">
                  <a:solidFill>
                    <a:srgbClr val="0092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汉马博览会</a:t>
              </a:r>
              <a:endParaRPr lang="zh-CN" altLang="en-US" sz="1200" b="1" dirty="0">
                <a:solidFill>
                  <a:srgbClr val="00929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701260" y="2245225"/>
              <a:ext cx="3469911" cy="328411"/>
            </a:xfrm>
            <a:prstGeom prst="rect">
              <a:avLst/>
            </a:prstGeom>
            <a:noFill/>
            <a:ln>
              <a:solidFill>
                <a:srgbClr val="009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36000" rtlCol="0" anchor="ctr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rgbClr val="0092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3.22  </a:t>
              </a:r>
              <a:r>
                <a:rPr lang="zh-CN" altLang="en-US" sz="1200" b="1" dirty="0">
                  <a:solidFill>
                    <a:srgbClr val="0092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汉马正式开跑日</a:t>
              </a:r>
              <a:endParaRPr lang="zh-CN" altLang="en-US" sz="1200" b="1" dirty="0">
                <a:solidFill>
                  <a:srgbClr val="00929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43189" y="2573636"/>
              <a:ext cx="3469910" cy="261610"/>
            </a:xfrm>
            <a:prstGeom prst="rect">
              <a:avLst/>
            </a:prstGeom>
            <a:solidFill>
              <a:srgbClr val="00929D"/>
            </a:solidFill>
            <a:ln w="19050">
              <a:solidFill>
                <a:srgbClr val="00929D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聚人气</a:t>
              </a:r>
              <a:r>
                <a:rPr lang="en-US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  </a:t>
              </a:r>
              <a:r>
                <a:rPr lang="zh-CN" alt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单场</a:t>
              </a:r>
              <a:r>
                <a:rPr lang="en-US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2h</a:t>
              </a:r>
              <a:r>
                <a:rPr lang="zh-CN" alt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，上午下午各</a:t>
              </a:r>
              <a:r>
                <a:rPr lang="en-US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场</a:t>
              </a:r>
              <a:endPara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701261" y="2573636"/>
              <a:ext cx="3469910" cy="261610"/>
            </a:xfrm>
            <a:prstGeom prst="rect">
              <a:avLst/>
            </a:prstGeom>
            <a:solidFill>
              <a:srgbClr val="00929D"/>
            </a:solidFill>
            <a:ln w="19050">
              <a:solidFill>
                <a:srgbClr val="00929D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爆高潮</a:t>
              </a:r>
              <a:r>
                <a:rPr lang="en-US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 </a:t>
              </a:r>
              <a:r>
                <a:rPr lang="zh-CN" alt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上午一场（</a:t>
              </a:r>
              <a:r>
                <a:rPr lang="en-US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2~3h</a:t>
              </a:r>
              <a:r>
                <a:rPr lang="zh-CN" alt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待定）</a:t>
              </a:r>
              <a:endPara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43189" y="3264793"/>
              <a:ext cx="3469910" cy="1841679"/>
            </a:xfrm>
            <a:prstGeom prst="rect">
              <a:avLst/>
            </a:prstGeom>
            <a:noFill/>
            <a:ln>
              <a:solidFill>
                <a:srgbClr val="009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36000" rtlCol="0" anchor="ctr">
              <a:noAutofit/>
            </a:bodyPr>
            <a:lstStyle/>
            <a:p>
              <a:pPr marL="107950">
                <a:buFont typeface="+mj-lt"/>
                <a:buAutoNum type="arabicPeriod"/>
              </a:pP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展台开场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氛围介绍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展示介绍展台设计理念及车型概况</a:t>
              </a:r>
              <a:endPara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物资发放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跑友采访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展示现场人山人海的领物盛况，采访排队领物的跑者，聊他们明天的目标。</a:t>
              </a:r>
              <a:endPara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游戏挑战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卖点植入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结合跑友必备的物资打包技能，设置</a:t>
              </a:r>
              <a:r>
                <a:rPr lang="en-US" altLang="zh-CN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008</a:t>
              </a: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“后备箱补给包打包赛”</a:t>
              </a:r>
              <a:endPara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沉浸式逛展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自家展车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友商串门儿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镜头聚焦奕派展车区的“高颜值布置”。展示</a:t>
              </a:r>
              <a:r>
                <a:rPr lang="en-US" altLang="zh-CN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eπ007</a:t>
              </a: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等展车，还可前往室内展会逛展互动（需了解还有什么品牌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43189" y="2930686"/>
              <a:ext cx="34699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0" i="0" dirty="0">
                  <a:solidFill>
                    <a:srgbClr val="00929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利用马博会开幕式人流量，以“逛展”吸引观看</a:t>
              </a:r>
              <a:endParaRPr lang="zh-CN" altLang="en-US" sz="1200" dirty="0">
                <a:solidFill>
                  <a:srgbClr val="00929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701261" y="3262632"/>
              <a:ext cx="3469910" cy="1841679"/>
            </a:xfrm>
            <a:prstGeom prst="rect">
              <a:avLst/>
            </a:prstGeom>
            <a:noFill/>
            <a:ln>
              <a:solidFill>
                <a:srgbClr val="009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36000" rtlCol="0" anchor="ctr">
              <a:noAutofit/>
            </a:bodyPr>
            <a:lstStyle/>
            <a:p>
              <a:pPr marL="107950">
                <a:buFont typeface="+mj-lt"/>
                <a:buAutoNum type="arabicPeriod"/>
              </a:pP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终点展台开场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氛围介绍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展示现场奕派元素，及奕派赞助汉马背后的意义</a:t>
              </a:r>
              <a:endPara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鸣枪时刻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央媒推流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待定）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主播观看并点评，重点突出</a:t>
              </a:r>
              <a:r>
                <a:rPr lang="en-US" altLang="zh-CN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007+</a:t>
              </a: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领跑车</a:t>
              </a:r>
              <a:endPara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展台讲车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（不时串场）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聚焦终点奕派展区，进行车辆讲解；可穿插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车内健身运动展示</a:t>
              </a: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，融入体育精神</a:t>
              </a:r>
              <a:endPara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半马展台互动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选手采访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主播讲解</a:t>
              </a:r>
              <a:r>
                <a:rPr lang="en-US" altLang="zh-CN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008</a:t>
              </a: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并互动</a:t>
              </a:r>
              <a:endPara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终点接待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-(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冠军时刻直播）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领先选手采访</a:t>
              </a:r>
              <a:endPara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7950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邀请完赛跑者上车休息，打开电动魔毯座椅休憩并采访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760825" y="2928525"/>
              <a:ext cx="341034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0" i="0" dirty="0">
                  <a:solidFill>
                    <a:srgbClr val="00929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“庆功直播间”不仅讲车，更要迎接完赛英雄</a:t>
              </a:r>
              <a:endParaRPr lang="zh-CN" altLang="en-US" sz="1200" dirty="0">
                <a:solidFill>
                  <a:srgbClr val="00929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1043189" y="5550795"/>
            <a:ext cx="5243702" cy="1167339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①预热视频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奕派速度，领跑者宣言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主播和领跑车合拍，预告直播日历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②精彩集锦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奕派带你云逛展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记录直播切片亮点瞬间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物资篇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71239" y="5550794"/>
            <a:ext cx="5243705" cy="1167339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①全程快剪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奕派的汉马高光时刻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从鸣枪领跑，半马站点、到全程保障，终点展台等全流程剪辑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②选手采访集锦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汉马终点的那些故事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记录选手们逛奕派展台和在车内接受采访的画面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648315" y="402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RESOURCE_RECORD_KEY" val="{&quot;10&quot;:[21581733,20251666,20178031],&quot;19&quot;:[20348541]}"/>
</p:tagLst>
</file>

<file path=ppt/theme/theme1.xml><?xml version="1.0" encoding="utf-8"?>
<a:theme xmlns:a="http://schemas.openxmlformats.org/drawingml/2006/main" name="内容页">
  <a:themeElements>
    <a:clrScheme name="自定义 3">
      <a:dk1>
        <a:srgbClr val="000000"/>
      </a:dk1>
      <a:lt1>
        <a:srgbClr val="FFFFFF"/>
      </a:lt1>
      <a:dk2>
        <a:srgbClr val="23272B"/>
      </a:dk2>
      <a:lt2>
        <a:srgbClr val="E7E6E6"/>
      </a:lt2>
      <a:accent1>
        <a:srgbClr val="00999B"/>
      </a:accent1>
      <a:accent2>
        <a:srgbClr val="24272B"/>
      </a:accent2>
      <a:accent3>
        <a:srgbClr val="6BDAD5"/>
      </a:accent3>
      <a:accent4>
        <a:srgbClr val="DCDDDD"/>
      </a:accent4>
      <a:accent5>
        <a:srgbClr val="FCD199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90000"/>
          </a:schemeClr>
        </a:solidFill>
        <a:ln>
          <a:noFill/>
        </a:ln>
      </a:spPr>
      <a:bodyPr wrap="square" lIns="0" tIns="36000" rIns="0" bIns="36000" rtlCol="0" anchor="ctr">
        <a:noAutofit/>
      </a:bodyPr>
      <a:lstStyle>
        <a:defPPr algn="ctr">
          <a:defRPr sz="800" b="1" dirty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2839</Words>
  <Application>WPS 演示</Application>
  <PresentationFormat>宽屏</PresentationFormat>
  <Paragraphs>337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微软雅黑 Light</vt:lpstr>
      <vt:lpstr>Calibri Light</vt:lpstr>
      <vt:lpstr>华康金刚黑 Light</vt:lpstr>
      <vt:lpstr>黑体</vt:lpstr>
      <vt:lpstr>quote-cjk-patch</vt:lpstr>
      <vt:lpstr>Segoe Print</vt:lpstr>
      <vt:lpstr>MiSans Medium</vt:lpstr>
      <vt:lpstr>Wingdings</vt:lpstr>
      <vt:lpstr>MiSans</vt:lpstr>
      <vt:lpstr>MiSans Semibold</vt:lpstr>
      <vt:lpstr>微软雅黑</vt:lpstr>
      <vt:lpstr>Arial Unicode MS</vt:lpstr>
      <vt:lpstr>内容页</vt:lpstr>
      <vt:lpstr>1_Office 主题​​</vt:lpstr>
      <vt:lpstr>2026年武汉马拉松直播规划方案——整体直播规划</vt:lpstr>
      <vt:lpstr>OTA传播——新媒体领域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adk</dc:creator>
  <cp:lastModifiedBy>WPS_562553944</cp:lastModifiedBy>
  <cp:revision>395</cp:revision>
  <dcterms:created xsi:type="dcterms:W3CDTF">2026-04-24T02:40:00Z</dcterms:created>
  <dcterms:modified xsi:type="dcterms:W3CDTF">2026-05-07T05:21:10Z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F08BFC52E9914EC4911311A09F15DB3B_13</vt:lpwstr>
  </property>
  <property fmtid="{D5CDD505-2E9C-101B-9397-08002B2CF9AE}" pid="3" name="KSOProductBuildVer">
    <vt:lpwstr>2052-12.1.0.25865</vt:lpwstr>
  </property>
</Properties>
</file>